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주간보고 · 2026년 27주차 (6/29~7/5) · 2026-06-30 13:20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4D8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43000"/>
            <a:ext cx="54864" cy="658368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161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작업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4D8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43000"/>
            <a:ext cx="54864" cy="658368"/>
          </a:xfrm>
          <a:prstGeom prst="rect">
            <a:avLst/>
          </a:prstGeom>
          <a:solidFill>
            <a:srgbClr val="0D7C3E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2161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8892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4D8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54864" cy="658368"/>
          </a:xfrm>
          <a:prstGeom prst="rect">
            <a:avLst/>
          </a:prstGeom>
          <a:solidFill>
            <a:srgbClr val="00367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161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공정율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20840" y="11430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4D8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143000"/>
            <a:ext cx="54864" cy="658368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161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0372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vs 실적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350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공정율   50%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578608"/>
            <a:ext cx="7680960" cy="201168"/>
          </a:xfrm>
          <a:prstGeom prst="roundRect">
            <a:avLst>
              <a:gd name="adj" fmla="val 45455"/>
            </a:avLst>
          </a:prstGeom>
          <a:solidFill>
            <a:srgbClr val="E8E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578608"/>
            <a:ext cx="3840480" cy="201168"/>
          </a:xfrm>
          <a:prstGeom prst="roundRect">
            <a:avLst>
              <a:gd name="adj" fmla="val 45455"/>
            </a:avLst>
          </a:prstGeom>
          <a:solidFill>
            <a:srgbClr val="00367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98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공정율   38%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127248"/>
            <a:ext cx="7680960" cy="201168"/>
          </a:xfrm>
          <a:prstGeom prst="roundRect">
            <a:avLst>
              <a:gd name="adj" fmla="val 45455"/>
            </a:avLst>
          </a:prstGeom>
          <a:solidFill>
            <a:srgbClr val="E8EDF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127248"/>
            <a:ext cx="2918765" cy="201168"/>
          </a:xfrm>
          <a:prstGeom prst="roundRect">
            <a:avLst>
              <a:gd name="adj" fmla="val 45455"/>
            </a:avLst>
          </a:prstGeom>
          <a:solidFill>
            <a:srgbClr val="00245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65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/ 리스크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지연 작업 16건 발생 — 조속한 조치 필요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041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최대 지연일수 54일 — 일정 재조정 검토 필요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297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계획 대비 실적 12%p 미달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69087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6350">
            <a:solidFill>
              <a:srgbClr val="D4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690872"/>
            <a:ext cx="45720" cy="438912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7274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실적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4892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06040" y="469087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6350">
            <a:solidFill>
              <a:srgbClr val="D4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4690872"/>
            <a:ext cx="45720" cy="438912"/>
          </a:xfrm>
          <a:prstGeom prst="rect">
            <a:avLst/>
          </a:prstGeom>
          <a:solidFill>
            <a:srgbClr val="0D7C3E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0" y="47274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완료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0" y="4892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469087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6350">
            <a:solidFill>
              <a:srgbClr val="D4D8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690872"/>
            <a:ext cx="45720" cy="438912"/>
          </a:xfrm>
          <a:prstGeom prst="rect">
            <a:avLst/>
          </a:prstGeom>
          <a:solidFill>
            <a:srgbClr val="003670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47274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계획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4892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20840" y="469087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6350">
            <a:solidFill>
              <a:srgbClr val="D4D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4690872"/>
            <a:ext cx="45720" cy="438912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472744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3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작업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0" y="48920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작업 현황 (1/4) · 2026년 27주차 (6/29~7/5)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245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실적 (6/29~7/5)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계량대 H/W 배치도 설계 (차단기/LPR/레이더센서/...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(장비 배치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네트워크/전원 인프라 설계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(장비 배치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 WEB 화면설계 (배차등록/기준정보/계량관리/배차...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(화면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장한솔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 CS 화면설계 (계량메인)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(화면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장한솔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 APP 화면설계 (스마트계량 모바일)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(화면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장한솔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테이블/ERD 설계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(DB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장한솔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인터페이스 설계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(DB 설계)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장한솔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367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계획 (7/6~7/12)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기준정보 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작업 현황 (2/4) · 2026년 27주차 (6/29~7/5)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245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실적 (6/29~7/5)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배차등록 화면 개발 (부산물/폐기물/부재료/반출/일반 ...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기준정보 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배차정보 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출문관리 화면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 관리 시스템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Nguyen Van Hung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및 배차 정보 송신 API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(모바일 API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계량 처리 API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(모바일 API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안정화 중량값 저장 기능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(계량대 프로그램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367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계획 (7/6~7/12)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92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작업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작업 현황 (3/4) · 2026년 27주차 (6/29~7/5)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245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실적 (6/29~7/5)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LPR 자동계량/모바일계량/수동계량 기능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(계량대 프로그램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초기화/다시계량 처리 기능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(계량대 프로그램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인디케이터/LPR 장비 수신처리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(계량대 프로그램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기능 개발 (담당자/운전자 구분, 인증번호)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(스마트 계량 모바일 앱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 진행 기능 개발 (배차지시 조회/다중배차 선택/모...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(스마트 계량 모바일 앱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OTP 기능 개발 (오계량 방지)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(스마트 계량 모바일 앱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367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계획 (7/6~7/12)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92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작업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작업 현황 (4/4) · 2026년 27주차 (6/29~7/5)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245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실적 (6/29~7/5)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 계량표/전달사항 기능 개발 (카카오톡/SMS 공유...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(스마트 계량 모바일 앱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배차실적 조회 기능 개발 (월별/일별 조회)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(스마트 계량 모바일 앱 개발)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E4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 Minh Thu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45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00367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계획 (7/6~7/12)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613002"/>
                <a:gridCol w="768096"/>
                <a:gridCol w="768096"/>
                <a:gridCol w="69128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B92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작업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51F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동국씨엠 스마트 계량대 구축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근태현황 · 2026년 27주차 (6/29~7/5)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00245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근태현황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44752"/>
          <a:ext cx="82296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1069848"/>
                <a:gridCol w="1069848"/>
                <a:gridCol w="1069848"/>
                <a:gridCol w="1069848"/>
                <a:gridCol w="1069848"/>
                <a:gridCol w="148132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(6/29)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(6/30)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(7/1)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(7/2)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(7/3)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56032">
                <a:tc grid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B92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특이 근태 없음 (전원 출근)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2185416"/>
            <a:ext cx="8229600" cy="292608"/>
          </a:xfrm>
          <a:prstGeom prst="roundRect">
            <a:avLst>
              <a:gd name="adj" fmla="val 15625"/>
            </a:avLst>
          </a:prstGeom>
          <a:solidFill>
            <a:srgbClr val="00367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1854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 근태현황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32888"/>
          <a:ext cx="82296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1069848"/>
                <a:gridCol w="1069848"/>
                <a:gridCol w="1069848"/>
                <a:gridCol w="1069848"/>
                <a:gridCol w="1069848"/>
                <a:gridCol w="148132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(7/6)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(7/7)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(7/8)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(7/9)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(7/10)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56032">
                <a:tc grid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B92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특이 근태 없음 (전원 출근)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8096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동국씨엠 스마트 계량대 구축 주간보고 - 2026년 27주차 (6/29~7/5)</dc:title>
  <dc:subject>동국씨엠 스마트 계량대 구축 주간보고</dc:subject>
  <dc:creator>DK Flow</dc:creator>
  <cp:lastModifiedBy>DK Flow</cp:lastModifiedBy>
  <cp:revision>1</cp:revision>
  <dcterms:created xsi:type="dcterms:W3CDTF">2026-06-30T04:20:59Z</dcterms:created>
  <dcterms:modified xsi:type="dcterms:W3CDTF">2026-06-30T04:20:59Z</dcterms:modified>
</cp:coreProperties>
</file>
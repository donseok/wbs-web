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4"/>
  </p:notesMasterIdLst>
  <p:handoutMasterIdLst>
    <p:handoutMasterId r:id="rId5"/>
  </p:handoutMasterIdLst>
  <p:sldIdLst>
    <p:sldId id="284" r:id="rId2"/>
    <p:sldId id="283" r:id="rId3"/>
  </p:sldIdLst>
  <p:sldSz cx="9906000" cy="6858000" type="A4"/>
  <p:notesSz cx="6735763" cy="9866313"/>
  <p:custDataLst>
    <p:tags r:id="rId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452"/>
    <a:srgbClr val="8BA2BB"/>
    <a:srgbClr val="FBEEEA"/>
    <a:srgbClr val="F6EEE0"/>
    <a:srgbClr val="00734A"/>
    <a:srgbClr val="D55633"/>
    <a:srgbClr val="B6B6B6"/>
    <a:srgbClr val="B7D0D4"/>
    <a:srgbClr val="757575"/>
    <a:srgbClr val="E9B8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72" autoAdjust="0"/>
    <p:restoredTop sz="96695" autoAdjust="0"/>
  </p:normalViewPr>
  <p:slideViewPr>
    <p:cSldViewPr snapToGrid="0">
      <p:cViewPr varScale="1">
        <p:scale>
          <a:sx n="126" d="100"/>
          <a:sy n="126" d="100"/>
        </p:scale>
        <p:origin x="882" y="120"/>
      </p:cViewPr>
      <p:guideLst/>
    </p:cSldViewPr>
  </p:slideViewPr>
  <p:outlineViewPr>
    <p:cViewPr>
      <p:scale>
        <a:sx n="33" d="100"/>
        <a:sy n="33" d="100"/>
      </p:scale>
      <p:origin x="0" y="-2319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2469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626" y="0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D2E4BD13-F898-49E6-A39C-3EB0AB04F83F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2445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626" y="9372445"/>
            <a:ext cx="2919565" cy="49386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3E2ABDA5-4518-4283-841F-7522E9446F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4867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0" cy="495029"/>
          </a:xfrm>
          <a:prstGeom prst="rect">
            <a:avLst/>
          </a:prstGeom>
        </p:spPr>
        <p:txBody>
          <a:bodyPr vert="horz" lIns="94855" tIns="47427" rIns="94855" bIns="4742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5" y="1"/>
            <a:ext cx="2918830" cy="495029"/>
          </a:xfrm>
          <a:prstGeom prst="rect">
            <a:avLst/>
          </a:prstGeom>
        </p:spPr>
        <p:txBody>
          <a:bodyPr vert="horz" lIns="94855" tIns="47427" rIns="94855" bIns="47427" rtlCol="0"/>
          <a:lstStyle>
            <a:lvl1pPr algn="r">
              <a:defRPr sz="1300"/>
            </a:lvl1pPr>
          </a:lstStyle>
          <a:p>
            <a:fld id="{C4F66D35-9081-4BC0-9692-D9FCDB08226D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55" tIns="47427" rIns="94855" bIns="4742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4855" tIns="47427" rIns="94855" bIns="47427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1286"/>
            <a:ext cx="2918830" cy="495028"/>
          </a:xfrm>
          <a:prstGeom prst="rect">
            <a:avLst/>
          </a:prstGeom>
        </p:spPr>
        <p:txBody>
          <a:bodyPr vert="horz" lIns="94855" tIns="47427" rIns="94855" bIns="4742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5" y="9371286"/>
            <a:ext cx="2918830" cy="495028"/>
          </a:xfrm>
          <a:prstGeom prst="rect">
            <a:avLst/>
          </a:prstGeom>
        </p:spPr>
        <p:txBody>
          <a:bodyPr vert="horz" lIns="94855" tIns="47427" rIns="94855" bIns="47427" rtlCol="0" anchor="b"/>
          <a:lstStyle>
            <a:lvl1pPr algn="r">
              <a:defRPr sz="1300"/>
            </a:lvl1pPr>
          </a:lstStyle>
          <a:p>
            <a:fld id="{EC363959-1759-4AF2-BCD1-A824430167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975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NULL"/><Relationship Id="rId5" Type="http://schemas.openxmlformats.org/officeDocument/2006/relationships/oleObject" Target="../embeddings/oleObject2.bin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6.xml"/><Relationship Id="rId7" Type="http://schemas.openxmlformats.org/officeDocument/2006/relationships/image" Target="../media/image3.png"/><Relationship Id="rId2" Type="http://schemas.openxmlformats.org/officeDocument/2006/relationships/tags" Target="../tags/tag5.xml"/><Relationship Id="rId1" Type="http://schemas.openxmlformats.org/officeDocument/2006/relationships/vmlDrawing" Target="../drawings/vmlDrawing3.vml"/><Relationship Id="rId6" Type="http://schemas.openxmlformats.org/officeDocument/2006/relationships/image" Target="NULL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image" Target="../media/image2.png"/><Relationship Id="rId2" Type="http://schemas.openxmlformats.org/officeDocument/2006/relationships/tags" Target="../tags/tag7.xml"/><Relationship Id="rId1" Type="http://schemas.openxmlformats.org/officeDocument/2006/relationships/vmlDrawing" Target="../drawings/vmlDrawing4.vml"/><Relationship Id="rId6" Type="http://schemas.openxmlformats.org/officeDocument/2006/relationships/image" Target="NULL"/><Relationship Id="rId5" Type="http://schemas.openxmlformats.org/officeDocument/2006/relationships/oleObject" Target="../embeddings/oleObject4.bin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3.png"/><Relationship Id="rId2" Type="http://schemas.openxmlformats.org/officeDocument/2006/relationships/tags" Target="../tags/tag9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0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1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5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tags" Target="../tags/tag13.xml"/><Relationship Id="rId7" Type="http://schemas.openxmlformats.org/officeDocument/2006/relationships/image" Target="../media/image6.png"/><Relationship Id="rId2" Type="http://schemas.openxmlformats.org/officeDocument/2006/relationships/tags" Target="../tags/tag12.xml"/><Relationship Id="rId1" Type="http://schemas.openxmlformats.org/officeDocument/2006/relationships/vmlDrawing" Target="../drawings/vmlDrawing8.vml"/><Relationship Id="rId6" Type="http://schemas.openxmlformats.org/officeDocument/2006/relationships/image" Target="NULL"/><Relationship Id="rId5" Type="http://schemas.openxmlformats.org/officeDocument/2006/relationships/oleObject" Target="../embeddings/oleObject8.bin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tags" Target="../tags/tag15.xml"/><Relationship Id="rId7" Type="http://schemas.openxmlformats.org/officeDocument/2006/relationships/image" Target="../media/image3.png"/><Relationship Id="rId2" Type="http://schemas.openxmlformats.org/officeDocument/2006/relationships/tags" Target="../tags/tag14.xml"/><Relationship Id="rId1" Type="http://schemas.openxmlformats.org/officeDocument/2006/relationships/vmlDrawing" Target="../drawings/vmlDrawing9.vml"/><Relationship Id="rId6" Type="http://schemas.openxmlformats.org/officeDocument/2006/relationships/image" Target="NULL"/><Relationship Id="rId5" Type="http://schemas.openxmlformats.org/officeDocument/2006/relationships/oleObject" Target="../embeddings/oleObject9.bin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7" Type="http://schemas.openxmlformats.org/officeDocument/2006/relationships/image" Target="../media/image7.png"/><Relationship Id="rId2" Type="http://schemas.openxmlformats.org/officeDocument/2006/relationships/tags" Target="../tags/tag16.xml"/><Relationship Id="rId1" Type="http://schemas.openxmlformats.org/officeDocument/2006/relationships/vmlDrawing" Target="../drawings/vmlDrawing10.vml"/><Relationship Id="rId6" Type="http://schemas.openxmlformats.org/officeDocument/2006/relationships/image" Target="NULL"/><Relationship Id="rId5" Type="http://schemas.openxmlformats.org/officeDocument/2006/relationships/oleObject" Target="../embeddings/oleObject10.bin"/><Relationship Id="rId4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7.png"/><Relationship Id="rId2" Type="http://schemas.openxmlformats.org/officeDocument/2006/relationships/tags" Target="../tags/tag18.xml"/><Relationship Id="rId1" Type="http://schemas.openxmlformats.org/officeDocument/2006/relationships/vmlDrawing" Target="../drawings/vmlDrawing11.vml"/><Relationship Id="rId6" Type="http://schemas.openxmlformats.org/officeDocument/2006/relationships/image" Target="NULL"/><Relationship Id="rId5" Type="http://schemas.openxmlformats.org/officeDocument/2006/relationships/oleObject" Target="../embeddings/oleObject11.bin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21.xml"/><Relationship Id="rId7" Type="http://schemas.openxmlformats.org/officeDocument/2006/relationships/image" Target="../media/image3.png"/><Relationship Id="rId2" Type="http://schemas.openxmlformats.org/officeDocument/2006/relationships/tags" Target="../tags/tag20.xml"/><Relationship Id="rId1" Type="http://schemas.openxmlformats.org/officeDocument/2006/relationships/vmlDrawing" Target="../drawings/vmlDrawing12.vml"/><Relationship Id="rId6" Type="http://schemas.openxmlformats.org/officeDocument/2006/relationships/image" Target="NULL"/><Relationship Id="rId5" Type="http://schemas.openxmlformats.org/officeDocument/2006/relationships/oleObject" Target="../embeddings/oleObject12.bin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Big K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040831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243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sp>
        <p:nvSpPr>
          <p:cNvPr id="27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0" y="-2874"/>
            <a:ext cx="9906000" cy="36000"/>
          </a:xfrm>
          <a:prstGeom prst="rect">
            <a:avLst/>
          </a:prstGeom>
          <a:gradFill>
            <a:gsLst>
              <a:gs pos="38000">
                <a:srgbClr val="002452"/>
              </a:gs>
              <a:gs pos="0">
                <a:srgbClr val="C51F2A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2" name="그룹 11"/>
          <p:cNvGrpSpPr/>
          <p:nvPr userDrawn="1"/>
        </p:nvGrpSpPr>
        <p:grpSpPr>
          <a:xfrm>
            <a:off x="6610294" y="2"/>
            <a:ext cx="3295706" cy="6278571"/>
            <a:chOff x="6610294" y="2"/>
            <a:chExt cx="3295706" cy="6278571"/>
          </a:xfrm>
          <a:solidFill>
            <a:schemeClr val="tx2">
              <a:alpha val="5000"/>
            </a:schemeClr>
          </a:solidFill>
        </p:grpSpPr>
        <p:sp>
          <p:nvSpPr>
            <p:cNvPr id="13" name="직사각형 6"/>
            <p:cNvSpPr/>
            <p:nvPr/>
          </p:nvSpPr>
          <p:spPr>
            <a:xfrm rot="2515217">
              <a:off x="6610294" y="3164258"/>
              <a:ext cx="1057133" cy="3114315"/>
            </a:xfrm>
            <a:custGeom>
              <a:avLst/>
              <a:gdLst>
                <a:gd name="connsiteX0" fmla="*/ 0 w 1028870"/>
                <a:gd name="connsiteY0" fmla="*/ 0 h 2292585"/>
                <a:gd name="connsiteX1" fmla="*/ 1028870 w 1028870"/>
                <a:gd name="connsiteY1" fmla="*/ 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915610 w 1028870"/>
                <a:gd name="connsiteY1" fmla="*/ 28731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1020260 w 1028870"/>
                <a:gd name="connsiteY1" fmla="*/ 97338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251001 w 1028870"/>
                <a:gd name="connsiteY0" fmla="*/ 189336 h 2195247"/>
                <a:gd name="connsiteX1" fmla="*/ 1020260 w 1028870"/>
                <a:gd name="connsiteY1" fmla="*/ 0 h 2195247"/>
                <a:gd name="connsiteX2" fmla="*/ 1028870 w 1028870"/>
                <a:gd name="connsiteY2" fmla="*/ 2195247 h 2195247"/>
                <a:gd name="connsiteX3" fmla="*/ 0 w 1028870"/>
                <a:gd name="connsiteY3" fmla="*/ 2195247 h 2195247"/>
                <a:gd name="connsiteX4" fmla="*/ 251001 w 1028870"/>
                <a:gd name="connsiteY4" fmla="*/ 189336 h 2195247"/>
                <a:gd name="connsiteX0" fmla="*/ 0 w 1038054"/>
                <a:gd name="connsiteY0" fmla="*/ 0 h 2309942"/>
                <a:gd name="connsiteX1" fmla="*/ 1029444 w 1038054"/>
                <a:gd name="connsiteY1" fmla="*/ 114695 h 2309942"/>
                <a:gd name="connsiteX2" fmla="*/ 1038054 w 1038054"/>
                <a:gd name="connsiteY2" fmla="*/ 2309942 h 2309942"/>
                <a:gd name="connsiteX3" fmla="*/ 9184 w 1038054"/>
                <a:gd name="connsiteY3" fmla="*/ 2309942 h 2309942"/>
                <a:gd name="connsiteX4" fmla="*/ 0 w 1038054"/>
                <a:gd name="connsiteY4" fmla="*/ 0 h 2309942"/>
                <a:gd name="connsiteX0" fmla="*/ 1104 w 1039158"/>
                <a:gd name="connsiteY0" fmla="*/ 0 h 3112082"/>
                <a:gd name="connsiteX1" fmla="*/ 1030548 w 1039158"/>
                <a:gd name="connsiteY1" fmla="*/ 114695 h 3112082"/>
                <a:gd name="connsiteX2" fmla="*/ 1039158 w 1039158"/>
                <a:gd name="connsiteY2" fmla="*/ 2309942 h 3112082"/>
                <a:gd name="connsiteX3" fmla="*/ 855 w 1039158"/>
                <a:gd name="connsiteY3" fmla="*/ 3112082 h 3112082"/>
                <a:gd name="connsiteX4" fmla="*/ 1104 w 1039158"/>
                <a:gd name="connsiteY4" fmla="*/ 0 h 3112082"/>
                <a:gd name="connsiteX0" fmla="*/ 1104 w 1030548"/>
                <a:gd name="connsiteY0" fmla="*/ 0 h 3112082"/>
                <a:gd name="connsiteX1" fmla="*/ 1030548 w 1030548"/>
                <a:gd name="connsiteY1" fmla="*/ 114695 h 3112082"/>
                <a:gd name="connsiteX2" fmla="*/ 1004594 w 1030548"/>
                <a:gd name="connsiteY2" fmla="*/ 2200163 h 3112082"/>
                <a:gd name="connsiteX3" fmla="*/ 855 w 1030548"/>
                <a:gd name="connsiteY3" fmla="*/ 3112082 h 3112082"/>
                <a:gd name="connsiteX4" fmla="*/ 1104 w 1030548"/>
                <a:gd name="connsiteY4" fmla="*/ 0 h 3112082"/>
                <a:gd name="connsiteX0" fmla="*/ 1104 w 1039307"/>
                <a:gd name="connsiteY0" fmla="*/ 0 h 3112082"/>
                <a:gd name="connsiteX1" fmla="*/ 1030548 w 1039307"/>
                <a:gd name="connsiteY1" fmla="*/ 114695 h 3112082"/>
                <a:gd name="connsiteX2" fmla="*/ 1039307 w 1039307"/>
                <a:gd name="connsiteY2" fmla="*/ 2181796 h 3112082"/>
                <a:gd name="connsiteX3" fmla="*/ 855 w 1039307"/>
                <a:gd name="connsiteY3" fmla="*/ 3112082 h 3112082"/>
                <a:gd name="connsiteX4" fmla="*/ 1104 w 1039307"/>
                <a:gd name="connsiteY4" fmla="*/ 0 h 3112082"/>
                <a:gd name="connsiteX0" fmla="*/ 212739 w 1038484"/>
                <a:gd name="connsiteY0" fmla="*/ 136181 h 2997387"/>
                <a:gd name="connsiteX1" fmla="*/ 1029725 w 1038484"/>
                <a:gd name="connsiteY1" fmla="*/ 0 h 2997387"/>
                <a:gd name="connsiteX2" fmla="*/ 1038484 w 1038484"/>
                <a:gd name="connsiteY2" fmla="*/ 2067101 h 2997387"/>
                <a:gd name="connsiteX3" fmla="*/ 32 w 1038484"/>
                <a:gd name="connsiteY3" fmla="*/ 2997387 h 2997387"/>
                <a:gd name="connsiteX4" fmla="*/ 212739 w 1038484"/>
                <a:gd name="connsiteY4" fmla="*/ 136181 h 2997387"/>
                <a:gd name="connsiteX0" fmla="*/ 10542 w 1038837"/>
                <a:gd name="connsiteY0" fmla="*/ 0 h 3108177"/>
                <a:gd name="connsiteX1" fmla="*/ 1030078 w 1038837"/>
                <a:gd name="connsiteY1" fmla="*/ 110790 h 3108177"/>
                <a:gd name="connsiteX2" fmla="*/ 1038837 w 1038837"/>
                <a:gd name="connsiteY2" fmla="*/ 2177891 h 3108177"/>
                <a:gd name="connsiteX3" fmla="*/ 385 w 1038837"/>
                <a:gd name="connsiteY3" fmla="*/ 3108177 h 3108177"/>
                <a:gd name="connsiteX4" fmla="*/ 10542 w 1038837"/>
                <a:gd name="connsiteY4" fmla="*/ 0 h 3108177"/>
                <a:gd name="connsiteX0" fmla="*/ 103794 w 1038515"/>
                <a:gd name="connsiteY0" fmla="*/ 0 h 3008713"/>
                <a:gd name="connsiteX1" fmla="*/ 1029756 w 1038515"/>
                <a:gd name="connsiteY1" fmla="*/ 11326 h 3008713"/>
                <a:gd name="connsiteX2" fmla="*/ 1038515 w 1038515"/>
                <a:gd name="connsiteY2" fmla="*/ 2078427 h 3008713"/>
                <a:gd name="connsiteX3" fmla="*/ 63 w 1038515"/>
                <a:gd name="connsiteY3" fmla="*/ 3008713 h 3008713"/>
                <a:gd name="connsiteX4" fmla="*/ 103794 w 1038515"/>
                <a:gd name="connsiteY4" fmla="*/ 0 h 3008713"/>
                <a:gd name="connsiteX0" fmla="*/ 1955 w 1039217"/>
                <a:gd name="connsiteY0" fmla="*/ 0 h 3108659"/>
                <a:gd name="connsiteX1" fmla="*/ 1030458 w 1039217"/>
                <a:gd name="connsiteY1" fmla="*/ 111272 h 3108659"/>
                <a:gd name="connsiteX2" fmla="*/ 1039217 w 1039217"/>
                <a:gd name="connsiteY2" fmla="*/ 2178373 h 3108659"/>
                <a:gd name="connsiteX3" fmla="*/ 765 w 1039217"/>
                <a:gd name="connsiteY3" fmla="*/ 3108659 h 3108659"/>
                <a:gd name="connsiteX4" fmla="*/ 1955 w 1039217"/>
                <a:gd name="connsiteY4" fmla="*/ 0 h 3108659"/>
                <a:gd name="connsiteX0" fmla="*/ 6417 w 1043679"/>
                <a:gd name="connsiteY0" fmla="*/ 0 h 3112902"/>
                <a:gd name="connsiteX1" fmla="*/ 1034920 w 1043679"/>
                <a:gd name="connsiteY1" fmla="*/ 111272 h 3112902"/>
                <a:gd name="connsiteX2" fmla="*/ 1043679 w 1043679"/>
                <a:gd name="connsiteY2" fmla="*/ 2178373 h 3112902"/>
                <a:gd name="connsiteX3" fmla="*/ 503 w 1043679"/>
                <a:gd name="connsiteY3" fmla="*/ 3112902 h 3112902"/>
                <a:gd name="connsiteX4" fmla="*/ 6417 w 1043679"/>
                <a:gd name="connsiteY4" fmla="*/ 0 h 3112902"/>
                <a:gd name="connsiteX0" fmla="*/ 6417 w 1043679"/>
                <a:gd name="connsiteY0" fmla="*/ 0 h 3112903"/>
                <a:gd name="connsiteX1" fmla="*/ 1034920 w 1043679"/>
                <a:gd name="connsiteY1" fmla="*/ 111272 h 3112903"/>
                <a:gd name="connsiteX2" fmla="*/ 1043679 w 1043679"/>
                <a:gd name="connsiteY2" fmla="*/ 2178373 h 3112903"/>
                <a:gd name="connsiteX3" fmla="*/ 503 w 1043679"/>
                <a:gd name="connsiteY3" fmla="*/ 3112903 h 3112903"/>
                <a:gd name="connsiteX4" fmla="*/ 6417 w 1043679"/>
                <a:gd name="connsiteY4" fmla="*/ 0 h 3112903"/>
                <a:gd name="connsiteX0" fmla="*/ 6417 w 1041799"/>
                <a:gd name="connsiteY0" fmla="*/ 0 h 3112903"/>
                <a:gd name="connsiteX1" fmla="*/ 1034920 w 1041799"/>
                <a:gd name="connsiteY1" fmla="*/ 111272 h 3112903"/>
                <a:gd name="connsiteX2" fmla="*/ 1041799 w 1041799"/>
                <a:gd name="connsiteY2" fmla="*/ 2171527 h 3112903"/>
                <a:gd name="connsiteX3" fmla="*/ 503 w 1041799"/>
                <a:gd name="connsiteY3" fmla="*/ 3112903 h 3112903"/>
                <a:gd name="connsiteX4" fmla="*/ 6417 w 1041799"/>
                <a:gd name="connsiteY4" fmla="*/ 0 h 3112903"/>
                <a:gd name="connsiteX0" fmla="*/ 12622 w 1048004"/>
                <a:gd name="connsiteY0" fmla="*/ 0 h 3105816"/>
                <a:gd name="connsiteX1" fmla="*/ 1041125 w 1048004"/>
                <a:gd name="connsiteY1" fmla="*/ 111272 h 3105816"/>
                <a:gd name="connsiteX2" fmla="*/ 1048004 w 1048004"/>
                <a:gd name="connsiteY2" fmla="*/ 2171527 h 3105816"/>
                <a:gd name="connsiteX3" fmla="*/ 344 w 1048004"/>
                <a:gd name="connsiteY3" fmla="*/ 3105816 h 3105816"/>
                <a:gd name="connsiteX4" fmla="*/ 12622 w 1048004"/>
                <a:gd name="connsiteY4" fmla="*/ 0 h 3105816"/>
                <a:gd name="connsiteX0" fmla="*/ 11417 w 1046799"/>
                <a:gd name="connsiteY0" fmla="*/ 0 h 3114315"/>
                <a:gd name="connsiteX1" fmla="*/ 1039920 w 1046799"/>
                <a:gd name="connsiteY1" fmla="*/ 111272 h 3114315"/>
                <a:gd name="connsiteX2" fmla="*/ 1046799 w 1046799"/>
                <a:gd name="connsiteY2" fmla="*/ 2171527 h 3114315"/>
                <a:gd name="connsiteX3" fmla="*/ 368 w 1046799"/>
                <a:gd name="connsiteY3" fmla="*/ 3114315 h 3114315"/>
                <a:gd name="connsiteX4" fmla="*/ 11417 w 1046799"/>
                <a:gd name="connsiteY4" fmla="*/ 0 h 3114315"/>
                <a:gd name="connsiteX0" fmla="*/ 11417 w 1051571"/>
                <a:gd name="connsiteY0" fmla="*/ 0 h 3114315"/>
                <a:gd name="connsiteX1" fmla="*/ 1039920 w 1051571"/>
                <a:gd name="connsiteY1" fmla="*/ 111272 h 3114315"/>
                <a:gd name="connsiteX2" fmla="*/ 1051571 w 1051571"/>
                <a:gd name="connsiteY2" fmla="*/ 2176842 h 3114315"/>
                <a:gd name="connsiteX3" fmla="*/ 368 w 1051571"/>
                <a:gd name="connsiteY3" fmla="*/ 3114315 h 3114315"/>
                <a:gd name="connsiteX4" fmla="*/ 11417 w 1051571"/>
                <a:gd name="connsiteY4" fmla="*/ 0 h 3114315"/>
                <a:gd name="connsiteX0" fmla="*/ 11417 w 1048390"/>
                <a:gd name="connsiteY0" fmla="*/ 0 h 3114315"/>
                <a:gd name="connsiteX1" fmla="*/ 1039920 w 1048390"/>
                <a:gd name="connsiteY1" fmla="*/ 111272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48390"/>
                <a:gd name="connsiteY0" fmla="*/ 0 h 3114315"/>
                <a:gd name="connsiteX1" fmla="*/ 969553 w 1048390"/>
                <a:gd name="connsiteY1" fmla="*/ 196855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57133"/>
                <a:gd name="connsiteY0" fmla="*/ 0 h 3114315"/>
                <a:gd name="connsiteX1" fmla="*/ 1056735 w 1057133"/>
                <a:gd name="connsiteY1" fmla="*/ 112176 h 3114315"/>
                <a:gd name="connsiteX2" fmla="*/ 1048390 w 1057133"/>
                <a:gd name="connsiteY2" fmla="*/ 2173299 h 3114315"/>
                <a:gd name="connsiteX3" fmla="*/ 368 w 1057133"/>
                <a:gd name="connsiteY3" fmla="*/ 3114315 h 3114315"/>
                <a:gd name="connsiteX4" fmla="*/ 11417 w 1057133"/>
                <a:gd name="connsiteY4" fmla="*/ 0 h 311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7133" h="3114315">
                  <a:moveTo>
                    <a:pt x="11417" y="0"/>
                  </a:moveTo>
                  <a:lnTo>
                    <a:pt x="1056735" y="112176"/>
                  </a:lnTo>
                  <a:cubicBezTo>
                    <a:pt x="1059655" y="801210"/>
                    <a:pt x="1045470" y="1484265"/>
                    <a:pt x="1048390" y="2173299"/>
                  </a:cubicBezTo>
                  <a:lnTo>
                    <a:pt x="368" y="3114315"/>
                  </a:lnTo>
                  <a:cubicBezTo>
                    <a:pt x="-2693" y="2344334"/>
                    <a:pt x="14478" y="769981"/>
                    <a:pt x="11417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7"/>
            <p:cNvSpPr/>
            <p:nvPr/>
          </p:nvSpPr>
          <p:spPr>
            <a:xfrm>
              <a:off x="7094538" y="2"/>
              <a:ext cx="2811462" cy="2545556"/>
            </a:xfrm>
            <a:custGeom>
              <a:avLst/>
              <a:gdLst>
                <a:gd name="connsiteX0" fmla="*/ 0 w 2776537"/>
                <a:gd name="connsiteY0" fmla="*/ 0 h 1762125"/>
                <a:gd name="connsiteX1" fmla="*/ 2776537 w 2776537"/>
                <a:gd name="connsiteY1" fmla="*/ 0 h 1762125"/>
                <a:gd name="connsiteX2" fmla="*/ 2776537 w 2776537"/>
                <a:gd name="connsiteY2" fmla="*/ 1762125 h 1762125"/>
                <a:gd name="connsiteX3" fmla="*/ 0 w 2776537"/>
                <a:gd name="connsiteY3" fmla="*/ 1762125 h 1762125"/>
                <a:gd name="connsiteX4" fmla="*/ 0 w 2776537"/>
                <a:gd name="connsiteY4" fmla="*/ 0 h 1762125"/>
                <a:gd name="connsiteX0" fmla="*/ 0 w 2786062"/>
                <a:gd name="connsiteY0" fmla="*/ 0 h 1762125"/>
                <a:gd name="connsiteX1" fmla="*/ 2776537 w 2786062"/>
                <a:gd name="connsiteY1" fmla="*/ 0 h 1762125"/>
                <a:gd name="connsiteX2" fmla="*/ 2786062 w 2786062"/>
                <a:gd name="connsiteY2" fmla="*/ 476250 h 1762125"/>
                <a:gd name="connsiteX3" fmla="*/ 0 w 2786062"/>
                <a:gd name="connsiteY3" fmla="*/ 1762125 h 1762125"/>
                <a:gd name="connsiteX4" fmla="*/ 0 w 2786062"/>
                <a:gd name="connsiteY4" fmla="*/ 0 h 1762125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4762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3619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805112"/>
                <a:gd name="connsiteY0" fmla="*/ 1766887 h 2533650"/>
                <a:gd name="connsiteX1" fmla="*/ 2795587 w 2805112"/>
                <a:gd name="connsiteY1" fmla="*/ 0 h 2533650"/>
                <a:gd name="connsiteX2" fmla="*/ 2805112 w 2805112"/>
                <a:gd name="connsiteY2" fmla="*/ 361950 h 2533650"/>
                <a:gd name="connsiteX3" fmla="*/ 671512 w 2805112"/>
                <a:gd name="connsiteY3" fmla="*/ 2533650 h 2533650"/>
                <a:gd name="connsiteX4" fmla="*/ 0 w 2805112"/>
                <a:gd name="connsiteY4" fmla="*/ 1766887 h 2533650"/>
                <a:gd name="connsiteX0" fmla="*/ 0 w 2805112"/>
                <a:gd name="connsiteY0" fmla="*/ 1766887 h 2533650"/>
                <a:gd name="connsiteX1" fmla="*/ 2081211 w 2805112"/>
                <a:gd name="connsiteY1" fmla="*/ 461962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6 w 2805112"/>
                <a:gd name="connsiteY1" fmla="*/ 14287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647824 w 2805112"/>
                <a:gd name="connsiteY1" fmla="*/ 9524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7 w 2805112"/>
                <a:gd name="connsiteY1" fmla="*/ 4761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790825 w 2795587"/>
                <a:gd name="connsiteY3" fmla="*/ 37623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581275 w 2795587"/>
                <a:gd name="connsiteY3" fmla="*/ 23018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7503"/>
                <a:gd name="connsiteY0" fmla="*/ 1766887 h 2533650"/>
                <a:gd name="connsiteX1" fmla="*/ 1576387 w 2797503"/>
                <a:gd name="connsiteY1" fmla="*/ 476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919287 w 2797503"/>
                <a:gd name="connsiteY1" fmla="*/ 619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582737 w 2797503"/>
                <a:gd name="connsiteY1" fmla="*/ 111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810203"/>
                <a:gd name="connsiteY0" fmla="*/ 1728787 h 2533650"/>
                <a:gd name="connsiteX1" fmla="*/ 1595437 w 2810203"/>
                <a:gd name="connsiteY1" fmla="*/ 11111 h 2533650"/>
                <a:gd name="connsiteX2" fmla="*/ 2808287 w 2810203"/>
                <a:gd name="connsiteY2" fmla="*/ 0 h 2533650"/>
                <a:gd name="connsiteX3" fmla="*/ 2809875 w 2810203"/>
                <a:gd name="connsiteY3" fmla="*/ 185737 h 2533650"/>
                <a:gd name="connsiteX4" fmla="*/ 684212 w 2810203"/>
                <a:gd name="connsiteY4" fmla="*/ 2533650 h 2533650"/>
                <a:gd name="connsiteX5" fmla="*/ 0 w 2810203"/>
                <a:gd name="connsiteY5" fmla="*/ 1728787 h 2533650"/>
                <a:gd name="connsiteX0" fmla="*/ 0 w 2803853"/>
                <a:gd name="connsiteY0" fmla="*/ 17922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92287 h 2533650"/>
                <a:gd name="connsiteX0" fmla="*/ 0 w 2803853"/>
                <a:gd name="connsiteY0" fmla="*/ 17668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4623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017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13378"/>
                <a:gd name="connsiteY0" fmla="*/ 1759744 h 2533650"/>
                <a:gd name="connsiteX1" fmla="*/ 1611312 w 2813378"/>
                <a:gd name="connsiteY1" fmla="*/ 11111 h 2533650"/>
                <a:gd name="connsiteX2" fmla="*/ 2811462 w 2813378"/>
                <a:gd name="connsiteY2" fmla="*/ 0 h 2533650"/>
                <a:gd name="connsiteX3" fmla="*/ 2813050 w 2813378"/>
                <a:gd name="connsiteY3" fmla="*/ 185737 h 2533650"/>
                <a:gd name="connsiteX4" fmla="*/ 687387 w 2813378"/>
                <a:gd name="connsiteY4" fmla="*/ 2533650 h 2533650"/>
                <a:gd name="connsiteX5" fmla="*/ 0 w 2813378"/>
                <a:gd name="connsiteY5" fmla="*/ 1759744 h 2533650"/>
                <a:gd name="connsiteX0" fmla="*/ 0 w 2813378"/>
                <a:gd name="connsiteY0" fmla="*/ 1759744 h 2538413"/>
                <a:gd name="connsiteX1" fmla="*/ 1611312 w 2813378"/>
                <a:gd name="connsiteY1" fmla="*/ 11111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71449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92880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1462"/>
                <a:gd name="connsiteY0" fmla="*/ 1759744 h 2538413"/>
                <a:gd name="connsiteX1" fmla="*/ 1585118 w 2811462"/>
                <a:gd name="connsiteY1" fmla="*/ 3967 h 2538413"/>
                <a:gd name="connsiteX2" fmla="*/ 2811462 w 2811462"/>
                <a:gd name="connsiteY2" fmla="*/ 0 h 2538413"/>
                <a:gd name="connsiteX3" fmla="*/ 2808288 w 2811462"/>
                <a:gd name="connsiteY3" fmla="*/ 202405 h 2538413"/>
                <a:gd name="connsiteX4" fmla="*/ 699293 w 2811462"/>
                <a:gd name="connsiteY4" fmla="*/ 2538413 h 2538413"/>
                <a:gd name="connsiteX5" fmla="*/ 0 w 2811462"/>
                <a:gd name="connsiteY5" fmla="*/ 1759744 h 2538413"/>
                <a:gd name="connsiteX0" fmla="*/ 0 w 2811462"/>
                <a:gd name="connsiteY0" fmla="*/ 1759744 h 2545556"/>
                <a:gd name="connsiteX1" fmla="*/ 1585118 w 2811462"/>
                <a:gd name="connsiteY1" fmla="*/ 3967 h 2545556"/>
                <a:gd name="connsiteX2" fmla="*/ 2811462 w 2811462"/>
                <a:gd name="connsiteY2" fmla="*/ 0 h 2545556"/>
                <a:gd name="connsiteX3" fmla="*/ 2808288 w 2811462"/>
                <a:gd name="connsiteY3" fmla="*/ 202405 h 2545556"/>
                <a:gd name="connsiteX4" fmla="*/ 701674 w 2811462"/>
                <a:gd name="connsiteY4" fmla="*/ 2545556 h 2545556"/>
                <a:gd name="connsiteX5" fmla="*/ 0 w 2811462"/>
                <a:gd name="connsiteY5" fmla="*/ 1759744 h 2545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11462" h="2545556">
                  <a:moveTo>
                    <a:pt x="0" y="1759744"/>
                  </a:moveTo>
                  <a:lnTo>
                    <a:pt x="1585118" y="3967"/>
                  </a:lnTo>
                  <a:lnTo>
                    <a:pt x="2811462" y="0"/>
                  </a:lnTo>
                  <a:cubicBezTo>
                    <a:pt x="2809875" y="125412"/>
                    <a:pt x="2809875" y="76993"/>
                    <a:pt x="2808288" y="202405"/>
                  </a:cubicBezTo>
                  <a:lnTo>
                    <a:pt x="701674" y="2545556"/>
                  </a:lnTo>
                  <a:lnTo>
                    <a:pt x="0" y="175974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15"/>
            <p:cNvSpPr/>
            <p:nvPr/>
          </p:nvSpPr>
          <p:spPr>
            <a:xfrm rot="16200000">
              <a:off x="6964057" y="1904241"/>
              <a:ext cx="4048125" cy="1835761"/>
            </a:xfrm>
            <a:custGeom>
              <a:avLst/>
              <a:gdLst>
                <a:gd name="connsiteX0" fmla="*/ 4048125 w 4048125"/>
                <a:gd name="connsiteY0" fmla="*/ 1831975 h 1835761"/>
                <a:gd name="connsiteX1" fmla="*/ 3008312 w 4048125"/>
                <a:gd name="connsiteY1" fmla="*/ 1830387 h 1835761"/>
                <a:gd name="connsiteX2" fmla="*/ 2366590 w 4048125"/>
                <a:gd name="connsiteY2" fmla="*/ 1829408 h 1835761"/>
                <a:gd name="connsiteX3" fmla="*/ 2014538 w 4048125"/>
                <a:gd name="connsiteY3" fmla="*/ 1507999 h 1835761"/>
                <a:gd name="connsiteX4" fmla="*/ 1679543 w 4048125"/>
                <a:gd name="connsiteY4" fmla="*/ 1830956 h 1835761"/>
                <a:gd name="connsiteX5" fmla="*/ 1117600 w 4048125"/>
                <a:gd name="connsiteY5" fmla="*/ 1835150 h 1835761"/>
                <a:gd name="connsiteX6" fmla="*/ 0 w 4048125"/>
                <a:gd name="connsiteY6" fmla="*/ 1835150 h 1835761"/>
                <a:gd name="connsiteX7" fmla="*/ 2019300 w 4048125"/>
                <a:gd name="connsiteY7" fmla="*/ 0 h 1835761"/>
                <a:gd name="connsiteX8" fmla="*/ 4048125 w 4048125"/>
                <a:gd name="connsiteY8" fmla="*/ 1831975 h 183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8125" h="1835761">
                  <a:moveTo>
                    <a:pt x="4048125" y="1831975"/>
                  </a:moveTo>
                  <a:cubicBezTo>
                    <a:pt x="3704167" y="1830917"/>
                    <a:pt x="3356240" y="1830652"/>
                    <a:pt x="3008312" y="1830387"/>
                  </a:cubicBezTo>
                  <a:lnTo>
                    <a:pt x="2366590" y="1829408"/>
                  </a:lnTo>
                  <a:lnTo>
                    <a:pt x="2014538" y="1507999"/>
                  </a:lnTo>
                  <a:lnTo>
                    <a:pt x="1679543" y="1830956"/>
                  </a:lnTo>
                  <a:lnTo>
                    <a:pt x="1117600" y="1835150"/>
                  </a:lnTo>
                  <a:cubicBezTo>
                    <a:pt x="745067" y="1833033"/>
                    <a:pt x="372533" y="1837267"/>
                    <a:pt x="0" y="1835150"/>
                  </a:cubicBezTo>
                  <a:lnTo>
                    <a:pt x="2019300" y="0"/>
                  </a:lnTo>
                  <a:lnTo>
                    <a:pt x="4048125" y="183197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ko-KR" altLang="en-US" dirty="0"/>
            </a:br>
            <a:r>
              <a:rPr lang="en-US" altLang="ko-KR" dirty="0" err="1"/>
              <a:t>White_Big</a:t>
            </a:r>
            <a:r>
              <a:rPr lang="en-US" altLang="ko-KR" dirty="0"/>
              <a:t> K </a:t>
            </a:r>
            <a:r>
              <a:rPr lang="ko-KR" altLang="en-US" dirty="0"/>
              <a:t>버전</a:t>
            </a:r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9350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296">
          <p15:clr>
            <a:srgbClr val="FBAE40"/>
          </p15:clr>
        </p15:guide>
        <p15:guide id="2" pos="3120">
          <p15:clr>
            <a:srgbClr val="FBAE40"/>
          </p15:clr>
        </p15:guide>
        <p15:guide id="3" pos="262" userDrawn="1">
          <p15:clr>
            <a:srgbClr val="FBAE40"/>
          </p15:clr>
        </p15:guide>
        <p15:guide id="4" pos="6068">
          <p15:clr>
            <a:srgbClr val="FBAE40"/>
          </p15:clr>
        </p15:guide>
        <p15:guide id="5" orient="horz" pos="3952">
          <p15:clr>
            <a:srgbClr val="FBAE40"/>
          </p15:clr>
        </p15:guide>
        <p15:guide id="6" orient="horz" pos="1434">
          <p15:clr>
            <a:srgbClr val="FBAE40"/>
          </p15:clr>
        </p15:guide>
        <p15:guide id="8" orient="horz" pos="4247">
          <p15:clr>
            <a:srgbClr val="FBAE40"/>
          </p15:clr>
        </p15:guide>
        <p15:guide id="9" orient="horz" pos="204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Small K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315206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7483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sp>
        <p:nvSpPr>
          <p:cNvPr id="22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en-US" altLang="ko-KR" dirty="0"/>
            </a:br>
            <a:r>
              <a:rPr lang="en-US" altLang="ko-KR" dirty="0" err="1"/>
              <a:t>White_Small</a:t>
            </a:r>
            <a:r>
              <a:rPr lang="en-US" altLang="ko-KR" dirty="0"/>
              <a:t> K </a:t>
            </a:r>
            <a:r>
              <a:rPr lang="ko-KR" altLang="en-US" dirty="0"/>
              <a:t>버전</a:t>
            </a:r>
          </a:p>
        </p:txBody>
      </p:sp>
      <p:sp>
        <p:nvSpPr>
          <p:cNvPr id="27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308" y="2454795"/>
            <a:ext cx="2361692" cy="3264383"/>
          </a:xfrm>
          <a:prstGeom prst="rect">
            <a:avLst/>
          </a:prstGeom>
        </p:spPr>
      </p:pic>
      <p:sp>
        <p:nvSpPr>
          <p:cNvPr id="11" name="직사각형 10"/>
          <p:cNvSpPr/>
          <p:nvPr userDrawn="1"/>
        </p:nvSpPr>
        <p:spPr>
          <a:xfrm>
            <a:off x="0" y="-2874"/>
            <a:ext cx="9906000" cy="36000"/>
          </a:xfrm>
          <a:prstGeom prst="rect">
            <a:avLst/>
          </a:prstGeom>
          <a:gradFill>
            <a:gsLst>
              <a:gs pos="38000">
                <a:srgbClr val="002452"/>
              </a:gs>
              <a:gs pos="0">
                <a:srgbClr val="C51F2A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3" name="그림 12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596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296">
          <p15:clr>
            <a:srgbClr val="FBAE40"/>
          </p15:clr>
        </p15:guide>
        <p15:guide id="2" pos="3120">
          <p15:clr>
            <a:srgbClr val="FBAE40"/>
          </p15:clr>
        </p15:guide>
        <p15:guide id="3" pos="262" userDrawn="1">
          <p15:clr>
            <a:srgbClr val="FBAE40"/>
          </p15:clr>
        </p15:guide>
        <p15:guide id="4" pos="6068">
          <p15:clr>
            <a:srgbClr val="FBAE40"/>
          </p15:clr>
        </p15:guide>
        <p15:guide id="6" orient="horz" pos="1434">
          <p15:clr>
            <a:srgbClr val="FBAE40"/>
          </p15:clr>
        </p15:guide>
        <p15:guide id="8" orient="horz" pos="4247">
          <p15:clr>
            <a:srgbClr val="FBAE40"/>
          </p15:clr>
        </p15:guide>
        <p15:guide id="9" orient="horz" pos="204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Clean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5640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699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9" name="개체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sp>
        <p:nvSpPr>
          <p:cNvPr id="27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0" y="-2874"/>
            <a:ext cx="9906000" cy="36000"/>
          </a:xfrm>
          <a:prstGeom prst="rect">
            <a:avLst/>
          </a:prstGeom>
          <a:gradFill>
            <a:gsLst>
              <a:gs pos="38000">
                <a:srgbClr val="002452"/>
              </a:gs>
              <a:gs pos="0">
                <a:srgbClr val="C51F2A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ko-KR" altLang="en-US" dirty="0"/>
            </a:br>
            <a:r>
              <a:rPr lang="en-US" altLang="ko-KR" dirty="0" err="1"/>
              <a:t>White_Clean</a:t>
            </a:r>
            <a:r>
              <a:rPr lang="en-US" altLang="ko-KR" dirty="0"/>
              <a:t> </a:t>
            </a:r>
            <a:r>
              <a:rPr lang="ko-KR" altLang="en-US" dirty="0"/>
              <a:t>버전</a:t>
            </a:r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439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296">
          <p15:clr>
            <a:srgbClr val="FBAE40"/>
          </p15:clr>
        </p15:guide>
        <p15:guide id="2" pos="3120">
          <p15:clr>
            <a:srgbClr val="FBAE40"/>
          </p15:clr>
        </p15:guide>
        <p15:guide id="3" pos="262">
          <p15:clr>
            <a:srgbClr val="FBAE40"/>
          </p15:clr>
        </p15:guide>
        <p15:guide id="4" pos="6068">
          <p15:clr>
            <a:srgbClr val="FBAE40"/>
          </p15:clr>
        </p15:guide>
        <p15:guide id="6" orient="horz" pos="1434">
          <p15:clr>
            <a:srgbClr val="FBAE40"/>
          </p15:clr>
        </p15:guide>
        <p15:guide id="8" orient="horz" pos="4247">
          <p15:clr>
            <a:srgbClr val="FBAE40"/>
          </p15:clr>
        </p15:guide>
        <p15:guide id="9" orient="horz" pos="204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_Small K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495041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0316" name="think-cell 슬라이드" r:id="rId4" imgW="381" imgH="381" progId="TCLayout.ActiveDocument.1">
                  <p:embed/>
                </p:oleObj>
              </mc:Choice>
              <mc:Fallback>
                <p:oleObj name="think-cell 슬라이드" r:id="rId4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직사각형 2"/>
          <p:cNvSpPr/>
          <p:nvPr userDrawn="1"/>
        </p:nvSpPr>
        <p:spPr>
          <a:xfrm>
            <a:off x="1" y="-5622"/>
            <a:ext cx="9906000" cy="6154911"/>
          </a:xfrm>
          <a:prstGeom prst="rect">
            <a:avLst/>
          </a:prstGeom>
          <a:gradFill>
            <a:gsLst>
              <a:gs pos="0">
                <a:srgbClr val="4B647F"/>
              </a:gs>
              <a:gs pos="80000">
                <a:srgbClr val="0F1F33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21683" y="1906080"/>
            <a:ext cx="74502" cy="431329"/>
          </a:xfrm>
          <a:prstGeom prst="rect">
            <a:avLst/>
          </a:prstGeom>
        </p:spPr>
      </p:pic>
      <p:sp>
        <p:nvSpPr>
          <p:cNvPr id="15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solidFill>
                  <a:schemeClr val="bg1">
                    <a:lumMod val="85000"/>
                  </a:schemeClr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308" y="2454795"/>
            <a:ext cx="2361692" cy="3264383"/>
          </a:xfrm>
          <a:prstGeom prst="rect">
            <a:avLst/>
          </a:prstGeom>
        </p:spPr>
      </p:pic>
      <p:sp>
        <p:nvSpPr>
          <p:cNvPr id="12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bg1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ko-KR" altLang="en-US" dirty="0"/>
            </a:br>
            <a:r>
              <a:rPr lang="en-US" altLang="ko-KR" dirty="0" err="1"/>
              <a:t>Color_Small</a:t>
            </a:r>
            <a:r>
              <a:rPr lang="en-US" altLang="ko-KR" dirty="0"/>
              <a:t> K </a:t>
            </a:r>
            <a:r>
              <a:rPr lang="ko-KR" altLang="en-US" dirty="0"/>
              <a:t>버전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26602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  <p15:guide id="3" orient="horz" pos="2047" userDrawn="1">
          <p15:clr>
            <a:srgbClr val="FBAE40"/>
          </p15:clr>
        </p15:guide>
        <p15:guide id="4" orient="horz" pos="1434" userDrawn="1">
          <p15:clr>
            <a:srgbClr val="FBAE40"/>
          </p15:clr>
        </p15:guide>
        <p15:guide id="5" pos="2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_Clean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138373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9746" name="think-cell 슬라이드" r:id="rId4" imgW="381" imgH="381" progId="TCLayout.ActiveDocument.1">
                  <p:embed/>
                </p:oleObj>
              </mc:Choice>
              <mc:Fallback>
                <p:oleObj name="think-cell 슬라이드" r:id="rId4" imgW="381" imgH="381" progId="TCLayout.ActiveDocument.1">
                  <p:embed/>
                  <p:pic>
                    <p:nvPicPr>
                      <p:cNvPr id="2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직사각형 2"/>
          <p:cNvSpPr/>
          <p:nvPr userDrawn="1"/>
        </p:nvSpPr>
        <p:spPr>
          <a:xfrm>
            <a:off x="1" y="-5622"/>
            <a:ext cx="9906000" cy="6154911"/>
          </a:xfrm>
          <a:prstGeom prst="rect">
            <a:avLst/>
          </a:prstGeom>
          <a:gradFill>
            <a:gsLst>
              <a:gs pos="0">
                <a:srgbClr val="4B647F"/>
              </a:gs>
              <a:gs pos="80000">
                <a:srgbClr val="0F1F33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21683" y="1906080"/>
            <a:ext cx="74502" cy="431329"/>
          </a:xfrm>
          <a:prstGeom prst="rect">
            <a:avLst/>
          </a:prstGeom>
        </p:spPr>
      </p:pic>
      <p:sp>
        <p:nvSpPr>
          <p:cNvPr id="15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solidFill>
                  <a:schemeClr val="bg1">
                    <a:lumMod val="85000"/>
                  </a:schemeClr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bg1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ko-KR" altLang="en-US" dirty="0"/>
            </a:br>
            <a:r>
              <a:rPr lang="en-US" altLang="ko-KR" dirty="0" err="1"/>
              <a:t>Color_Clean</a:t>
            </a:r>
            <a:r>
              <a:rPr lang="en-US" altLang="ko-KR" dirty="0"/>
              <a:t> </a:t>
            </a:r>
            <a:r>
              <a:rPr lang="ko-KR" altLang="en-US" dirty="0"/>
              <a:t>버전</a:t>
            </a: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98830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2047">
          <p15:clr>
            <a:srgbClr val="FBAE40"/>
          </p15:clr>
        </p15:guide>
        <p15:guide id="4" orient="horz" pos="1434">
          <p15:clr>
            <a:srgbClr val="FBAE40"/>
          </p15:clr>
        </p15:guide>
        <p15:guide id="5" pos="2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_Big K 버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571771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2364" name="think-cell 슬라이드" r:id="rId4" imgW="381" imgH="381" progId="TCLayout.ActiveDocument.1">
                  <p:embed/>
                </p:oleObj>
              </mc:Choice>
              <mc:Fallback>
                <p:oleObj name="think-cell 슬라이드" r:id="rId4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그림 2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205"/>
          <a:stretch/>
        </p:blipFill>
        <p:spPr>
          <a:xfrm>
            <a:off x="0" y="3197"/>
            <a:ext cx="9906000" cy="5525487"/>
          </a:xfrm>
          <a:prstGeom prst="rect">
            <a:avLst/>
          </a:prstGeom>
        </p:spPr>
      </p:pic>
      <p:grpSp>
        <p:nvGrpSpPr>
          <p:cNvPr id="9" name="그룹 8"/>
          <p:cNvGrpSpPr/>
          <p:nvPr userDrawn="1"/>
        </p:nvGrpSpPr>
        <p:grpSpPr>
          <a:xfrm>
            <a:off x="6610294" y="2"/>
            <a:ext cx="3295706" cy="6278571"/>
            <a:chOff x="6610294" y="2"/>
            <a:chExt cx="3295706" cy="6278571"/>
          </a:xfrm>
          <a:solidFill>
            <a:schemeClr val="tx2">
              <a:alpha val="5000"/>
            </a:schemeClr>
          </a:solidFill>
        </p:grpSpPr>
        <p:sp>
          <p:nvSpPr>
            <p:cNvPr id="10" name="직사각형 6"/>
            <p:cNvSpPr/>
            <p:nvPr/>
          </p:nvSpPr>
          <p:spPr>
            <a:xfrm rot="2515217">
              <a:off x="6610294" y="3164258"/>
              <a:ext cx="1057133" cy="3114315"/>
            </a:xfrm>
            <a:custGeom>
              <a:avLst/>
              <a:gdLst>
                <a:gd name="connsiteX0" fmla="*/ 0 w 1028870"/>
                <a:gd name="connsiteY0" fmla="*/ 0 h 2292585"/>
                <a:gd name="connsiteX1" fmla="*/ 1028870 w 1028870"/>
                <a:gd name="connsiteY1" fmla="*/ 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915610 w 1028870"/>
                <a:gd name="connsiteY1" fmla="*/ 287310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0 w 1028870"/>
                <a:gd name="connsiteY0" fmla="*/ 0 h 2292585"/>
                <a:gd name="connsiteX1" fmla="*/ 1020260 w 1028870"/>
                <a:gd name="connsiteY1" fmla="*/ 97338 h 2292585"/>
                <a:gd name="connsiteX2" fmla="*/ 1028870 w 1028870"/>
                <a:gd name="connsiteY2" fmla="*/ 2292585 h 2292585"/>
                <a:gd name="connsiteX3" fmla="*/ 0 w 1028870"/>
                <a:gd name="connsiteY3" fmla="*/ 2292585 h 2292585"/>
                <a:gd name="connsiteX4" fmla="*/ 0 w 1028870"/>
                <a:gd name="connsiteY4" fmla="*/ 0 h 2292585"/>
                <a:gd name="connsiteX0" fmla="*/ 251001 w 1028870"/>
                <a:gd name="connsiteY0" fmla="*/ 189336 h 2195247"/>
                <a:gd name="connsiteX1" fmla="*/ 1020260 w 1028870"/>
                <a:gd name="connsiteY1" fmla="*/ 0 h 2195247"/>
                <a:gd name="connsiteX2" fmla="*/ 1028870 w 1028870"/>
                <a:gd name="connsiteY2" fmla="*/ 2195247 h 2195247"/>
                <a:gd name="connsiteX3" fmla="*/ 0 w 1028870"/>
                <a:gd name="connsiteY3" fmla="*/ 2195247 h 2195247"/>
                <a:gd name="connsiteX4" fmla="*/ 251001 w 1028870"/>
                <a:gd name="connsiteY4" fmla="*/ 189336 h 2195247"/>
                <a:gd name="connsiteX0" fmla="*/ 0 w 1038054"/>
                <a:gd name="connsiteY0" fmla="*/ 0 h 2309942"/>
                <a:gd name="connsiteX1" fmla="*/ 1029444 w 1038054"/>
                <a:gd name="connsiteY1" fmla="*/ 114695 h 2309942"/>
                <a:gd name="connsiteX2" fmla="*/ 1038054 w 1038054"/>
                <a:gd name="connsiteY2" fmla="*/ 2309942 h 2309942"/>
                <a:gd name="connsiteX3" fmla="*/ 9184 w 1038054"/>
                <a:gd name="connsiteY3" fmla="*/ 2309942 h 2309942"/>
                <a:gd name="connsiteX4" fmla="*/ 0 w 1038054"/>
                <a:gd name="connsiteY4" fmla="*/ 0 h 2309942"/>
                <a:gd name="connsiteX0" fmla="*/ 1104 w 1039158"/>
                <a:gd name="connsiteY0" fmla="*/ 0 h 3112082"/>
                <a:gd name="connsiteX1" fmla="*/ 1030548 w 1039158"/>
                <a:gd name="connsiteY1" fmla="*/ 114695 h 3112082"/>
                <a:gd name="connsiteX2" fmla="*/ 1039158 w 1039158"/>
                <a:gd name="connsiteY2" fmla="*/ 2309942 h 3112082"/>
                <a:gd name="connsiteX3" fmla="*/ 855 w 1039158"/>
                <a:gd name="connsiteY3" fmla="*/ 3112082 h 3112082"/>
                <a:gd name="connsiteX4" fmla="*/ 1104 w 1039158"/>
                <a:gd name="connsiteY4" fmla="*/ 0 h 3112082"/>
                <a:gd name="connsiteX0" fmla="*/ 1104 w 1030548"/>
                <a:gd name="connsiteY0" fmla="*/ 0 h 3112082"/>
                <a:gd name="connsiteX1" fmla="*/ 1030548 w 1030548"/>
                <a:gd name="connsiteY1" fmla="*/ 114695 h 3112082"/>
                <a:gd name="connsiteX2" fmla="*/ 1004594 w 1030548"/>
                <a:gd name="connsiteY2" fmla="*/ 2200163 h 3112082"/>
                <a:gd name="connsiteX3" fmla="*/ 855 w 1030548"/>
                <a:gd name="connsiteY3" fmla="*/ 3112082 h 3112082"/>
                <a:gd name="connsiteX4" fmla="*/ 1104 w 1030548"/>
                <a:gd name="connsiteY4" fmla="*/ 0 h 3112082"/>
                <a:gd name="connsiteX0" fmla="*/ 1104 w 1039307"/>
                <a:gd name="connsiteY0" fmla="*/ 0 h 3112082"/>
                <a:gd name="connsiteX1" fmla="*/ 1030548 w 1039307"/>
                <a:gd name="connsiteY1" fmla="*/ 114695 h 3112082"/>
                <a:gd name="connsiteX2" fmla="*/ 1039307 w 1039307"/>
                <a:gd name="connsiteY2" fmla="*/ 2181796 h 3112082"/>
                <a:gd name="connsiteX3" fmla="*/ 855 w 1039307"/>
                <a:gd name="connsiteY3" fmla="*/ 3112082 h 3112082"/>
                <a:gd name="connsiteX4" fmla="*/ 1104 w 1039307"/>
                <a:gd name="connsiteY4" fmla="*/ 0 h 3112082"/>
                <a:gd name="connsiteX0" fmla="*/ 212739 w 1038484"/>
                <a:gd name="connsiteY0" fmla="*/ 136181 h 2997387"/>
                <a:gd name="connsiteX1" fmla="*/ 1029725 w 1038484"/>
                <a:gd name="connsiteY1" fmla="*/ 0 h 2997387"/>
                <a:gd name="connsiteX2" fmla="*/ 1038484 w 1038484"/>
                <a:gd name="connsiteY2" fmla="*/ 2067101 h 2997387"/>
                <a:gd name="connsiteX3" fmla="*/ 32 w 1038484"/>
                <a:gd name="connsiteY3" fmla="*/ 2997387 h 2997387"/>
                <a:gd name="connsiteX4" fmla="*/ 212739 w 1038484"/>
                <a:gd name="connsiteY4" fmla="*/ 136181 h 2997387"/>
                <a:gd name="connsiteX0" fmla="*/ 10542 w 1038837"/>
                <a:gd name="connsiteY0" fmla="*/ 0 h 3108177"/>
                <a:gd name="connsiteX1" fmla="*/ 1030078 w 1038837"/>
                <a:gd name="connsiteY1" fmla="*/ 110790 h 3108177"/>
                <a:gd name="connsiteX2" fmla="*/ 1038837 w 1038837"/>
                <a:gd name="connsiteY2" fmla="*/ 2177891 h 3108177"/>
                <a:gd name="connsiteX3" fmla="*/ 385 w 1038837"/>
                <a:gd name="connsiteY3" fmla="*/ 3108177 h 3108177"/>
                <a:gd name="connsiteX4" fmla="*/ 10542 w 1038837"/>
                <a:gd name="connsiteY4" fmla="*/ 0 h 3108177"/>
                <a:gd name="connsiteX0" fmla="*/ 103794 w 1038515"/>
                <a:gd name="connsiteY0" fmla="*/ 0 h 3008713"/>
                <a:gd name="connsiteX1" fmla="*/ 1029756 w 1038515"/>
                <a:gd name="connsiteY1" fmla="*/ 11326 h 3008713"/>
                <a:gd name="connsiteX2" fmla="*/ 1038515 w 1038515"/>
                <a:gd name="connsiteY2" fmla="*/ 2078427 h 3008713"/>
                <a:gd name="connsiteX3" fmla="*/ 63 w 1038515"/>
                <a:gd name="connsiteY3" fmla="*/ 3008713 h 3008713"/>
                <a:gd name="connsiteX4" fmla="*/ 103794 w 1038515"/>
                <a:gd name="connsiteY4" fmla="*/ 0 h 3008713"/>
                <a:gd name="connsiteX0" fmla="*/ 1955 w 1039217"/>
                <a:gd name="connsiteY0" fmla="*/ 0 h 3108659"/>
                <a:gd name="connsiteX1" fmla="*/ 1030458 w 1039217"/>
                <a:gd name="connsiteY1" fmla="*/ 111272 h 3108659"/>
                <a:gd name="connsiteX2" fmla="*/ 1039217 w 1039217"/>
                <a:gd name="connsiteY2" fmla="*/ 2178373 h 3108659"/>
                <a:gd name="connsiteX3" fmla="*/ 765 w 1039217"/>
                <a:gd name="connsiteY3" fmla="*/ 3108659 h 3108659"/>
                <a:gd name="connsiteX4" fmla="*/ 1955 w 1039217"/>
                <a:gd name="connsiteY4" fmla="*/ 0 h 3108659"/>
                <a:gd name="connsiteX0" fmla="*/ 6417 w 1043679"/>
                <a:gd name="connsiteY0" fmla="*/ 0 h 3112902"/>
                <a:gd name="connsiteX1" fmla="*/ 1034920 w 1043679"/>
                <a:gd name="connsiteY1" fmla="*/ 111272 h 3112902"/>
                <a:gd name="connsiteX2" fmla="*/ 1043679 w 1043679"/>
                <a:gd name="connsiteY2" fmla="*/ 2178373 h 3112902"/>
                <a:gd name="connsiteX3" fmla="*/ 503 w 1043679"/>
                <a:gd name="connsiteY3" fmla="*/ 3112902 h 3112902"/>
                <a:gd name="connsiteX4" fmla="*/ 6417 w 1043679"/>
                <a:gd name="connsiteY4" fmla="*/ 0 h 3112902"/>
                <a:gd name="connsiteX0" fmla="*/ 6417 w 1043679"/>
                <a:gd name="connsiteY0" fmla="*/ 0 h 3112903"/>
                <a:gd name="connsiteX1" fmla="*/ 1034920 w 1043679"/>
                <a:gd name="connsiteY1" fmla="*/ 111272 h 3112903"/>
                <a:gd name="connsiteX2" fmla="*/ 1043679 w 1043679"/>
                <a:gd name="connsiteY2" fmla="*/ 2178373 h 3112903"/>
                <a:gd name="connsiteX3" fmla="*/ 503 w 1043679"/>
                <a:gd name="connsiteY3" fmla="*/ 3112903 h 3112903"/>
                <a:gd name="connsiteX4" fmla="*/ 6417 w 1043679"/>
                <a:gd name="connsiteY4" fmla="*/ 0 h 3112903"/>
                <a:gd name="connsiteX0" fmla="*/ 6417 w 1041799"/>
                <a:gd name="connsiteY0" fmla="*/ 0 h 3112903"/>
                <a:gd name="connsiteX1" fmla="*/ 1034920 w 1041799"/>
                <a:gd name="connsiteY1" fmla="*/ 111272 h 3112903"/>
                <a:gd name="connsiteX2" fmla="*/ 1041799 w 1041799"/>
                <a:gd name="connsiteY2" fmla="*/ 2171527 h 3112903"/>
                <a:gd name="connsiteX3" fmla="*/ 503 w 1041799"/>
                <a:gd name="connsiteY3" fmla="*/ 3112903 h 3112903"/>
                <a:gd name="connsiteX4" fmla="*/ 6417 w 1041799"/>
                <a:gd name="connsiteY4" fmla="*/ 0 h 3112903"/>
                <a:gd name="connsiteX0" fmla="*/ 12622 w 1048004"/>
                <a:gd name="connsiteY0" fmla="*/ 0 h 3105816"/>
                <a:gd name="connsiteX1" fmla="*/ 1041125 w 1048004"/>
                <a:gd name="connsiteY1" fmla="*/ 111272 h 3105816"/>
                <a:gd name="connsiteX2" fmla="*/ 1048004 w 1048004"/>
                <a:gd name="connsiteY2" fmla="*/ 2171527 h 3105816"/>
                <a:gd name="connsiteX3" fmla="*/ 344 w 1048004"/>
                <a:gd name="connsiteY3" fmla="*/ 3105816 h 3105816"/>
                <a:gd name="connsiteX4" fmla="*/ 12622 w 1048004"/>
                <a:gd name="connsiteY4" fmla="*/ 0 h 3105816"/>
                <a:gd name="connsiteX0" fmla="*/ 11417 w 1046799"/>
                <a:gd name="connsiteY0" fmla="*/ 0 h 3114315"/>
                <a:gd name="connsiteX1" fmla="*/ 1039920 w 1046799"/>
                <a:gd name="connsiteY1" fmla="*/ 111272 h 3114315"/>
                <a:gd name="connsiteX2" fmla="*/ 1046799 w 1046799"/>
                <a:gd name="connsiteY2" fmla="*/ 2171527 h 3114315"/>
                <a:gd name="connsiteX3" fmla="*/ 368 w 1046799"/>
                <a:gd name="connsiteY3" fmla="*/ 3114315 h 3114315"/>
                <a:gd name="connsiteX4" fmla="*/ 11417 w 1046799"/>
                <a:gd name="connsiteY4" fmla="*/ 0 h 3114315"/>
                <a:gd name="connsiteX0" fmla="*/ 11417 w 1051571"/>
                <a:gd name="connsiteY0" fmla="*/ 0 h 3114315"/>
                <a:gd name="connsiteX1" fmla="*/ 1039920 w 1051571"/>
                <a:gd name="connsiteY1" fmla="*/ 111272 h 3114315"/>
                <a:gd name="connsiteX2" fmla="*/ 1051571 w 1051571"/>
                <a:gd name="connsiteY2" fmla="*/ 2176842 h 3114315"/>
                <a:gd name="connsiteX3" fmla="*/ 368 w 1051571"/>
                <a:gd name="connsiteY3" fmla="*/ 3114315 h 3114315"/>
                <a:gd name="connsiteX4" fmla="*/ 11417 w 1051571"/>
                <a:gd name="connsiteY4" fmla="*/ 0 h 3114315"/>
                <a:gd name="connsiteX0" fmla="*/ 11417 w 1048390"/>
                <a:gd name="connsiteY0" fmla="*/ 0 h 3114315"/>
                <a:gd name="connsiteX1" fmla="*/ 1039920 w 1048390"/>
                <a:gd name="connsiteY1" fmla="*/ 111272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48390"/>
                <a:gd name="connsiteY0" fmla="*/ 0 h 3114315"/>
                <a:gd name="connsiteX1" fmla="*/ 969553 w 1048390"/>
                <a:gd name="connsiteY1" fmla="*/ 196855 h 3114315"/>
                <a:gd name="connsiteX2" fmla="*/ 1048390 w 1048390"/>
                <a:gd name="connsiteY2" fmla="*/ 2173299 h 3114315"/>
                <a:gd name="connsiteX3" fmla="*/ 368 w 1048390"/>
                <a:gd name="connsiteY3" fmla="*/ 3114315 h 3114315"/>
                <a:gd name="connsiteX4" fmla="*/ 11417 w 1048390"/>
                <a:gd name="connsiteY4" fmla="*/ 0 h 3114315"/>
                <a:gd name="connsiteX0" fmla="*/ 11417 w 1057133"/>
                <a:gd name="connsiteY0" fmla="*/ 0 h 3114315"/>
                <a:gd name="connsiteX1" fmla="*/ 1056735 w 1057133"/>
                <a:gd name="connsiteY1" fmla="*/ 112176 h 3114315"/>
                <a:gd name="connsiteX2" fmla="*/ 1048390 w 1057133"/>
                <a:gd name="connsiteY2" fmla="*/ 2173299 h 3114315"/>
                <a:gd name="connsiteX3" fmla="*/ 368 w 1057133"/>
                <a:gd name="connsiteY3" fmla="*/ 3114315 h 3114315"/>
                <a:gd name="connsiteX4" fmla="*/ 11417 w 1057133"/>
                <a:gd name="connsiteY4" fmla="*/ 0 h 311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7133" h="3114315">
                  <a:moveTo>
                    <a:pt x="11417" y="0"/>
                  </a:moveTo>
                  <a:lnTo>
                    <a:pt x="1056735" y="112176"/>
                  </a:lnTo>
                  <a:cubicBezTo>
                    <a:pt x="1059655" y="801210"/>
                    <a:pt x="1045470" y="1484265"/>
                    <a:pt x="1048390" y="2173299"/>
                  </a:cubicBezTo>
                  <a:lnTo>
                    <a:pt x="368" y="3114315"/>
                  </a:lnTo>
                  <a:cubicBezTo>
                    <a:pt x="-2693" y="2344334"/>
                    <a:pt x="14478" y="769981"/>
                    <a:pt x="11417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7"/>
            <p:cNvSpPr/>
            <p:nvPr/>
          </p:nvSpPr>
          <p:spPr>
            <a:xfrm>
              <a:off x="7094538" y="2"/>
              <a:ext cx="2811462" cy="2545556"/>
            </a:xfrm>
            <a:custGeom>
              <a:avLst/>
              <a:gdLst>
                <a:gd name="connsiteX0" fmla="*/ 0 w 2776537"/>
                <a:gd name="connsiteY0" fmla="*/ 0 h 1762125"/>
                <a:gd name="connsiteX1" fmla="*/ 2776537 w 2776537"/>
                <a:gd name="connsiteY1" fmla="*/ 0 h 1762125"/>
                <a:gd name="connsiteX2" fmla="*/ 2776537 w 2776537"/>
                <a:gd name="connsiteY2" fmla="*/ 1762125 h 1762125"/>
                <a:gd name="connsiteX3" fmla="*/ 0 w 2776537"/>
                <a:gd name="connsiteY3" fmla="*/ 1762125 h 1762125"/>
                <a:gd name="connsiteX4" fmla="*/ 0 w 2776537"/>
                <a:gd name="connsiteY4" fmla="*/ 0 h 1762125"/>
                <a:gd name="connsiteX0" fmla="*/ 0 w 2786062"/>
                <a:gd name="connsiteY0" fmla="*/ 0 h 1762125"/>
                <a:gd name="connsiteX1" fmla="*/ 2776537 w 2786062"/>
                <a:gd name="connsiteY1" fmla="*/ 0 h 1762125"/>
                <a:gd name="connsiteX2" fmla="*/ 2786062 w 2786062"/>
                <a:gd name="connsiteY2" fmla="*/ 476250 h 1762125"/>
                <a:gd name="connsiteX3" fmla="*/ 0 w 2786062"/>
                <a:gd name="connsiteY3" fmla="*/ 1762125 h 1762125"/>
                <a:gd name="connsiteX4" fmla="*/ 0 w 2786062"/>
                <a:gd name="connsiteY4" fmla="*/ 0 h 1762125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4762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786062"/>
                <a:gd name="connsiteY0" fmla="*/ 0 h 2533650"/>
                <a:gd name="connsiteX1" fmla="*/ 2776537 w 2786062"/>
                <a:gd name="connsiteY1" fmla="*/ 0 h 2533650"/>
                <a:gd name="connsiteX2" fmla="*/ 2786062 w 2786062"/>
                <a:gd name="connsiteY2" fmla="*/ 361950 h 2533650"/>
                <a:gd name="connsiteX3" fmla="*/ 652462 w 2786062"/>
                <a:gd name="connsiteY3" fmla="*/ 2533650 h 2533650"/>
                <a:gd name="connsiteX4" fmla="*/ 0 w 2786062"/>
                <a:gd name="connsiteY4" fmla="*/ 0 h 2533650"/>
                <a:gd name="connsiteX0" fmla="*/ 0 w 2805112"/>
                <a:gd name="connsiteY0" fmla="*/ 1766887 h 2533650"/>
                <a:gd name="connsiteX1" fmla="*/ 2795587 w 2805112"/>
                <a:gd name="connsiteY1" fmla="*/ 0 h 2533650"/>
                <a:gd name="connsiteX2" fmla="*/ 2805112 w 2805112"/>
                <a:gd name="connsiteY2" fmla="*/ 361950 h 2533650"/>
                <a:gd name="connsiteX3" fmla="*/ 671512 w 2805112"/>
                <a:gd name="connsiteY3" fmla="*/ 2533650 h 2533650"/>
                <a:gd name="connsiteX4" fmla="*/ 0 w 2805112"/>
                <a:gd name="connsiteY4" fmla="*/ 1766887 h 2533650"/>
                <a:gd name="connsiteX0" fmla="*/ 0 w 2805112"/>
                <a:gd name="connsiteY0" fmla="*/ 1766887 h 2533650"/>
                <a:gd name="connsiteX1" fmla="*/ 2081211 w 2805112"/>
                <a:gd name="connsiteY1" fmla="*/ 461962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6 w 2805112"/>
                <a:gd name="connsiteY1" fmla="*/ 14287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647824 w 2805112"/>
                <a:gd name="connsiteY1" fmla="*/ 9524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805112"/>
                <a:gd name="connsiteY0" fmla="*/ 1766887 h 2533650"/>
                <a:gd name="connsiteX1" fmla="*/ 1576387 w 2805112"/>
                <a:gd name="connsiteY1" fmla="*/ 4761 h 2533650"/>
                <a:gd name="connsiteX2" fmla="*/ 2795587 w 2805112"/>
                <a:gd name="connsiteY2" fmla="*/ 0 h 2533650"/>
                <a:gd name="connsiteX3" fmla="*/ 2805112 w 2805112"/>
                <a:gd name="connsiteY3" fmla="*/ 361950 h 2533650"/>
                <a:gd name="connsiteX4" fmla="*/ 671512 w 2805112"/>
                <a:gd name="connsiteY4" fmla="*/ 2533650 h 2533650"/>
                <a:gd name="connsiteX5" fmla="*/ 0 w 2805112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790825 w 2795587"/>
                <a:gd name="connsiteY3" fmla="*/ 37623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5587"/>
                <a:gd name="connsiteY0" fmla="*/ 1766887 h 2533650"/>
                <a:gd name="connsiteX1" fmla="*/ 1576387 w 2795587"/>
                <a:gd name="connsiteY1" fmla="*/ 4761 h 2533650"/>
                <a:gd name="connsiteX2" fmla="*/ 2795587 w 2795587"/>
                <a:gd name="connsiteY2" fmla="*/ 0 h 2533650"/>
                <a:gd name="connsiteX3" fmla="*/ 2581275 w 2795587"/>
                <a:gd name="connsiteY3" fmla="*/ 230187 h 2533650"/>
                <a:gd name="connsiteX4" fmla="*/ 671512 w 2795587"/>
                <a:gd name="connsiteY4" fmla="*/ 2533650 h 2533650"/>
                <a:gd name="connsiteX5" fmla="*/ 0 w 2795587"/>
                <a:gd name="connsiteY5" fmla="*/ 1766887 h 2533650"/>
                <a:gd name="connsiteX0" fmla="*/ 0 w 2797503"/>
                <a:gd name="connsiteY0" fmla="*/ 1766887 h 2533650"/>
                <a:gd name="connsiteX1" fmla="*/ 1576387 w 2797503"/>
                <a:gd name="connsiteY1" fmla="*/ 476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919287 w 2797503"/>
                <a:gd name="connsiteY1" fmla="*/ 619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797503"/>
                <a:gd name="connsiteY0" fmla="*/ 1766887 h 2533650"/>
                <a:gd name="connsiteX1" fmla="*/ 1582737 w 2797503"/>
                <a:gd name="connsiteY1" fmla="*/ 11111 h 2533650"/>
                <a:gd name="connsiteX2" fmla="*/ 2795587 w 2797503"/>
                <a:gd name="connsiteY2" fmla="*/ 0 h 2533650"/>
                <a:gd name="connsiteX3" fmla="*/ 2797175 w 2797503"/>
                <a:gd name="connsiteY3" fmla="*/ 185737 h 2533650"/>
                <a:gd name="connsiteX4" fmla="*/ 671512 w 2797503"/>
                <a:gd name="connsiteY4" fmla="*/ 2533650 h 2533650"/>
                <a:gd name="connsiteX5" fmla="*/ 0 w 2797503"/>
                <a:gd name="connsiteY5" fmla="*/ 1766887 h 2533650"/>
                <a:gd name="connsiteX0" fmla="*/ 0 w 2810203"/>
                <a:gd name="connsiteY0" fmla="*/ 1728787 h 2533650"/>
                <a:gd name="connsiteX1" fmla="*/ 1595437 w 2810203"/>
                <a:gd name="connsiteY1" fmla="*/ 11111 h 2533650"/>
                <a:gd name="connsiteX2" fmla="*/ 2808287 w 2810203"/>
                <a:gd name="connsiteY2" fmla="*/ 0 h 2533650"/>
                <a:gd name="connsiteX3" fmla="*/ 2809875 w 2810203"/>
                <a:gd name="connsiteY3" fmla="*/ 185737 h 2533650"/>
                <a:gd name="connsiteX4" fmla="*/ 684212 w 2810203"/>
                <a:gd name="connsiteY4" fmla="*/ 2533650 h 2533650"/>
                <a:gd name="connsiteX5" fmla="*/ 0 w 2810203"/>
                <a:gd name="connsiteY5" fmla="*/ 1728787 h 2533650"/>
                <a:gd name="connsiteX0" fmla="*/ 0 w 2803853"/>
                <a:gd name="connsiteY0" fmla="*/ 17922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92287 h 2533650"/>
                <a:gd name="connsiteX0" fmla="*/ 0 w 2803853"/>
                <a:gd name="connsiteY0" fmla="*/ 1766887 h 2533650"/>
                <a:gd name="connsiteX1" fmla="*/ 15890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4623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03853"/>
                <a:gd name="connsiteY0" fmla="*/ 1766887 h 2533650"/>
                <a:gd name="connsiteX1" fmla="*/ 1601787 w 2803853"/>
                <a:gd name="connsiteY1" fmla="*/ 11111 h 2533650"/>
                <a:gd name="connsiteX2" fmla="*/ 2801937 w 2803853"/>
                <a:gd name="connsiteY2" fmla="*/ 0 h 2533650"/>
                <a:gd name="connsiteX3" fmla="*/ 2803525 w 2803853"/>
                <a:gd name="connsiteY3" fmla="*/ 185737 h 2533650"/>
                <a:gd name="connsiteX4" fmla="*/ 677862 w 2803853"/>
                <a:gd name="connsiteY4" fmla="*/ 2533650 h 2533650"/>
                <a:gd name="connsiteX5" fmla="*/ 0 w 2803853"/>
                <a:gd name="connsiteY5" fmla="*/ 1766887 h 2533650"/>
                <a:gd name="connsiteX0" fmla="*/ 0 w 2813378"/>
                <a:gd name="connsiteY0" fmla="*/ 1759744 h 2533650"/>
                <a:gd name="connsiteX1" fmla="*/ 1611312 w 2813378"/>
                <a:gd name="connsiteY1" fmla="*/ 11111 h 2533650"/>
                <a:gd name="connsiteX2" fmla="*/ 2811462 w 2813378"/>
                <a:gd name="connsiteY2" fmla="*/ 0 h 2533650"/>
                <a:gd name="connsiteX3" fmla="*/ 2813050 w 2813378"/>
                <a:gd name="connsiteY3" fmla="*/ 185737 h 2533650"/>
                <a:gd name="connsiteX4" fmla="*/ 687387 w 2813378"/>
                <a:gd name="connsiteY4" fmla="*/ 2533650 h 2533650"/>
                <a:gd name="connsiteX5" fmla="*/ 0 w 2813378"/>
                <a:gd name="connsiteY5" fmla="*/ 1759744 h 2533650"/>
                <a:gd name="connsiteX0" fmla="*/ 0 w 2813378"/>
                <a:gd name="connsiteY0" fmla="*/ 1759744 h 2538413"/>
                <a:gd name="connsiteX1" fmla="*/ 1611312 w 2813378"/>
                <a:gd name="connsiteY1" fmla="*/ 11111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85737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71449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3378"/>
                <a:gd name="connsiteY0" fmla="*/ 1759744 h 2538413"/>
                <a:gd name="connsiteX1" fmla="*/ 1585118 w 2813378"/>
                <a:gd name="connsiteY1" fmla="*/ 3967 h 2538413"/>
                <a:gd name="connsiteX2" fmla="*/ 2811462 w 2813378"/>
                <a:gd name="connsiteY2" fmla="*/ 0 h 2538413"/>
                <a:gd name="connsiteX3" fmla="*/ 2813050 w 2813378"/>
                <a:gd name="connsiteY3" fmla="*/ 192880 h 2538413"/>
                <a:gd name="connsiteX4" fmla="*/ 699293 w 2813378"/>
                <a:gd name="connsiteY4" fmla="*/ 2538413 h 2538413"/>
                <a:gd name="connsiteX5" fmla="*/ 0 w 2813378"/>
                <a:gd name="connsiteY5" fmla="*/ 1759744 h 2538413"/>
                <a:gd name="connsiteX0" fmla="*/ 0 w 2811462"/>
                <a:gd name="connsiteY0" fmla="*/ 1759744 h 2538413"/>
                <a:gd name="connsiteX1" fmla="*/ 1585118 w 2811462"/>
                <a:gd name="connsiteY1" fmla="*/ 3967 h 2538413"/>
                <a:gd name="connsiteX2" fmla="*/ 2811462 w 2811462"/>
                <a:gd name="connsiteY2" fmla="*/ 0 h 2538413"/>
                <a:gd name="connsiteX3" fmla="*/ 2808288 w 2811462"/>
                <a:gd name="connsiteY3" fmla="*/ 202405 h 2538413"/>
                <a:gd name="connsiteX4" fmla="*/ 699293 w 2811462"/>
                <a:gd name="connsiteY4" fmla="*/ 2538413 h 2538413"/>
                <a:gd name="connsiteX5" fmla="*/ 0 w 2811462"/>
                <a:gd name="connsiteY5" fmla="*/ 1759744 h 2538413"/>
                <a:gd name="connsiteX0" fmla="*/ 0 w 2811462"/>
                <a:gd name="connsiteY0" fmla="*/ 1759744 h 2545556"/>
                <a:gd name="connsiteX1" fmla="*/ 1585118 w 2811462"/>
                <a:gd name="connsiteY1" fmla="*/ 3967 h 2545556"/>
                <a:gd name="connsiteX2" fmla="*/ 2811462 w 2811462"/>
                <a:gd name="connsiteY2" fmla="*/ 0 h 2545556"/>
                <a:gd name="connsiteX3" fmla="*/ 2808288 w 2811462"/>
                <a:gd name="connsiteY3" fmla="*/ 202405 h 2545556"/>
                <a:gd name="connsiteX4" fmla="*/ 701674 w 2811462"/>
                <a:gd name="connsiteY4" fmla="*/ 2545556 h 2545556"/>
                <a:gd name="connsiteX5" fmla="*/ 0 w 2811462"/>
                <a:gd name="connsiteY5" fmla="*/ 1759744 h 2545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11462" h="2545556">
                  <a:moveTo>
                    <a:pt x="0" y="1759744"/>
                  </a:moveTo>
                  <a:lnTo>
                    <a:pt x="1585118" y="3967"/>
                  </a:lnTo>
                  <a:lnTo>
                    <a:pt x="2811462" y="0"/>
                  </a:lnTo>
                  <a:cubicBezTo>
                    <a:pt x="2809875" y="125412"/>
                    <a:pt x="2809875" y="76993"/>
                    <a:pt x="2808288" y="202405"/>
                  </a:cubicBezTo>
                  <a:lnTo>
                    <a:pt x="701674" y="2545556"/>
                  </a:lnTo>
                  <a:lnTo>
                    <a:pt x="0" y="175974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11"/>
            <p:cNvSpPr/>
            <p:nvPr/>
          </p:nvSpPr>
          <p:spPr>
            <a:xfrm rot="16200000">
              <a:off x="6964057" y="1904241"/>
              <a:ext cx="4048125" cy="1835761"/>
            </a:xfrm>
            <a:custGeom>
              <a:avLst/>
              <a:gdLst>
                <a:gd name="connsiteX0" fmla="*/ 4048125 w 4048125"/>
                <a:gd name="connsiteY0" fmla="*/ 1831975 h 1835761"/>
                <a:gd name="connsiteX1" fmla="*/ 3008312 w 4048125"/>
                <a:gd name="connsiteY1" fmla="*/ 1830387 h 1835761"/>
                <a:gd name="connsiteX2" fmla="*/ 2366590 w 4048125"/>
                <a:gd name="connsiteY2" fmla="*/ 1829408 h 1835761"/>
                <a:gd name="connsiteX3" fmla="*/ 2014538 w 4048125"/>
                <a:gd name="connsiteY3" fmla="*/ 1507999 h 1835761"/>
                <a:gd name="connsiteX4" fmla="*/ 1679543 w 4048125"/>
                <a:gd name="connsiteY4" fmla="*/ 1830956 h 1835761"/>
                <a:gd name="connsiteX5" fmla="*/ 1117600 w 4048125"/>
                <a:gd name="connsiteY5" fmla="*/ 1835150 h 1835761"/>
                <a:gd name="connsiteX6" fmla="*/ 0 w 4048125"/>
                <a:gd name="connsiteY6" fmla="*/ 1835150 h 1835761"/>
                <a:gd name="connsiteX7" fmla="*/ 2019300 w 4048125"/>
                <a:gd name="connsiteY7" fmla="*/ 0 h 1835761"/>
                <a:gd name="connsiteX8" fmla="*/ 4048125 w 4048125"/>
                <a:gd name="connsiteY8" fmla="*/ 1831975 h 183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8125" h="1835761">
                  <a:moveTo>
                    <a:pt x="4048125" y="1831975"/>
                  </a:moveTo>
                  <a:cubicBezTo>
                    <a:pt x="3704167" y="1830917"/>
                    <a:pt x="3356240" y="1830652"/>
                    <a:pt x="3008312" y="1830387"/>
                  </a:cubicBezTo>
                  <a:lnTo>
                    <a:pt x="2366590" y="1829408"/>
                  </a:lnTo>
                  <a:lnTo>
                    <a:pt x="2014538" y="1507999"/>
                  </a:lnTo>
                  <a:lnTo>
                    <a:pt x="1679543" y="1830956"/>
                  </a:lnTo>
                  <a:lnTo>
                    <a:pt x="1117600" y="1835150"/>
                  </a:lnTo>
                  <a:cubicBezTo>
                    <a:pt x="745067" y="1833033"/>
                    <a:pt x="372533" y="1837267"/>
                    <a:pt x="0" y="1835150"/>
                  </a:cubicBezTo>
                  <a:lnTo>
                    <a:pt x="2019300" y="0"/>
                  </a:lnTo>
                  <a:lnTo>
                    <a:pt x="4048125" y="183197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solidFill>
                  <a:schemeClr val="bg1">
                    <a:lumMod val="85000"/>
                  </a:schemeClr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r>
              <a:rPr lang="ko-KR" altLang="en-US" dirty="0"/>
              <a:t>동국홀딩스 전략팀 </a:t>
            </a:r>
            <a:r>
              <a:rPr lang="en-US" altLang="ko-KR" dirty="0"/>
              <a:t>I 2025.07.23</a:t>
            </a:r>
            <a:endParaRPr lang="ko-KR" altLang="en-US" dirty="0"/>
          </a:p>
        </p:txBody>
      </p:sp>
      <p:sp>
        <p:nvSpPr>
          <p:cNvPr id="15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t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ko-KR" altLang="en-US" sz="3200" spc="-50" baseline="0" dirty="0" smtClean="0">
                <a:solidFill>
                  <a:schemeClr val="bg1"/>
                </a:solidFill>
                <a:latin typeface="본고딕 Bold" panose="020B0800000000000000" pitchFamily="34" charset="-127"/>
                <a:ea typeface="본고딕 Bold" panose="020B0800000000000000" pitchFamily="34" charset="-127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ko-KR" altLang="en-US" dirty="0"/>
              <a:t>동국씨엠 문서 표지 양식</a:t>
            </a:r>
            <a:br>
              <a:rPr lang="ko-KR" altLang="en-US" dirty="0"/>
            </a:br>
            <a:r>
              <a:rPr lang="en-US" altLang="ko-KR" dirty="0" err="1"/>
              <a:t>Color_Big</a:t>
            </a:r>
            <a:r>
              <a:rPr lang="en-US" altLang="ko-KR" dirty="0"/>
              <a:t> K </a:t>
            </a:r>
            <a:r>
              <a:rPr lang="ko-KR" altLang="en-US" dirty="0"/>
              <a:t>버전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21683" y="1906080"/>
            <a:ext cx="74502" cy="43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81024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047" userDrawn="1">
          <p15:clr>
            <a:srgbClr val="FBAE40"/>
          </p15:clr>
        </p15:guide>
        <p15:guide id="2" pos="3120" userDrawn="1">
          <p15:clr>
            <a:srgbClr val="FBAE40"/>
          </p15:clr>
        </p15:guide>
        <p15:guide id="3" orient="horz" pos="1434" userDrawn="1">
          <p15:clr>
            <a:srgbClr val="FBAE40"/>
          </p15:clr>
        </p15:guide>
        <p15:guide id="4" pos="26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74455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3385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텍스트 개체 틀 26"/>
          <p:cNvSpPr>
            <a:spLocks noGrp="1"/>
          </p:cNvSpPr>
          <p:nvPr>
            <p:ph type="body" sz="quarter" idx="17" hasCustomPrompt="1"/>
          </p:nvPr>
        </p:nvSpPr>
        <p:spPr>
          <a:xfrm>
            <a:off x="857551" y="2276475"/>
            <a:ext cx="632205" cy="3242876"/>
          </a:xfrm>
        </p:spPr>
        <p:txBody>
          <a:bodyPr>
            <a:noAutofit/>
          </a:bodyPr>
          <a:lstStyle>
            <a:lvl1pPr marL="0" indent="0" algn="r">
              <a:lnSpc>
                <a:spcPct val="2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</a:p>
          <a:p>
            <a:pPr lvl="0"/>
            <a:r>
              <a:rPr lang="en-US" altLang="ko-KR" dirty="0"/>
              <a:t>05</a:t>
            </a:r>
          </a:p>
        </p:txBody>
      </p:sp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5250" y="0"/>
            <a:ext cx="2190750" cy="6858000"/>
          </a:xfrm>
          <a:prstGeom prst="rect">
            <a:avLst/>
          </a:prstGeom>
        </p:spPr>
      </p:pic>
      <p:sp>
        <p:nvSpPr>
          <p:cNvPr id="21" name="제목 1"/>
          <p:cNvSpPr txBox="1">
            <a:spLocks/>
          </p:cNvSpPr>
          <p:nvPr userDrawn="1"/>
        </p:nvSpPr>
        <p:spPr>
          <a:xfrm>
            <a:off x="892948" y="1683187"/>
            <a:ext cx="3341001" cy="329059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kern="1200" spc="-50" baseline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  <a:cs typeface="+mj-cs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srgbClr val="002452"/>
                </a:solidFill>
              </a:rPr>
              <a:t>Contents</a:t>
            </a:r>
            <a:endParaRPr lang="ko-KR" altLang="en-US" dirty="0">
              <a:solidFill>
                <a:srgbClr val="002452"/>
              </a:solidFill>
            </a:endParaRPr>
          </a:p>
        </p:txBody>
      </p:sp>
      <p:sp>
        <p:nvSpPr>
          <p:cNvPr id="17" name="텍스트 개체 틀 26"/>
          <p:cNvSpPr>
            <a:spLocks noGrp="1"/>
          </p:cNvSpPr>
          <p:nvPr>
            <p:ph type="body" sz="quarter" idx="14" hasCustomPrompt="1"/>
          </p:nvPr>
        </p:nvSpPr>
        <p:spPr>
          <a:xfrm>
            <a:off x="6772319" y="2284710"/>
            <a:ext cx="938297" cy="3127547"/>
          </a:xfrm>
        </p:spPr>
        <p:txBody>
          <a:bodyPr>
            <a:noAutofit/>
          </a:bodyPr>
          <a:lstStyle>
            <a:lvl1pPr marL="0" indent="0">
              <a:lnSpc>
                <a:spcPct val="200000"/>
              </a:lnSpc>
              <a:spcBef>
                <a:spcPts val="0"/>
              </a:spcBef>
              <a:buFont typeface="+mj-lt"/>
              <a:buNone/>
              <a:defRPr sz="1600" baseline="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en-US" altLang="ko-KR" dirty="0"/>
              <a:t>01 – 05</a:t>
            </a:r>
          </a:p>
          <a:p>
            <a:pPr lvl="0"/>
            <a:r>
              <a:rPr lang="en-US" altLang="ko-KR" dirty="0"/>
              <a:t>01 – 05</a:t>
            </a:r>
          </a:p>
          <a:p>
            <a:pPr lvl="0"/>
            <a:r>
              <a:rPr lang="en-US" altLang="ko-KR" dirty="0"/>
              <a:t>01 – 05</a:t>
            </a:r>
          </a:p>
          <a:p>
            <a:pPr lvl="0"/>
            <a:r>
              <a:rPr lang="en-US" altLang="ko-KR" dirty="0"/>
              <a:t>01 – 05</a:t>
            </a:r>
          </a:p>
          <a:p>
            <a:pPr lvl="0"/>
            <a:r>
              <a:rPr lang="en-US" altLang="ko-KR" dirty="0"/>
              <a:t>01 – 05</a:t>
            </a:r>
          </a:p>
          <a:p>
            <a:pPr lvl="0"/>
            <a:endParaRPr lang="ko-KR" altLang="en-US" dirty="0"/>
          </a:p>
        </p:txBody>
      </p:sp>
      <p:sp>
        <p:nvSpPr>
          <p:cNvPr id="20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1505513" y="2276475"/>
            <a:ext cx="3447487" cy="3242876"/>
          </a:xfrm>
        </p:spPr>
        <p:txBody>
          <a:bodyPr>
            <a:noAutofit/>
          </a:bodyPr>
          <a:lstStyle>
            <a:lvl1pPr marL="0" indent="0">
              <a:lnSpc>
                <a:spcPct val="2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ko-KR" altLang="en-US" dirty="0"/>
              <a:t>텍스트를 입력하세요</a:t>
            </a:r>
            <a:endParaRPr lang="en-US" altLang="ko-KR" dirty="0"/>
          </a:p>
          <a:p>
            <a:pPr lvl="0"/>
            <a:r>
              <a:rPr lang="ko-KR" altLang="en-US" dirty="0"/>
              <a:t>텍스트를 입력하세요</a:t>
            </a:r>
            <a:endParaRPr lang="en-US" altLang="ko-KR" dirty="0"/>
          </a:p>
          <a:p>
            <a:pPr lvl="0"/>
            <a:r>
              <a:rPr lang="ko-KR" altLang="en-US" dirty="0"/>
              <a:t>텍스트를 입력하세요</a:t>
            </a:r>
            <a:endParaRPr lang="en-US" altLang="ko-KR" dirty="0"/>
          </a:p>
          <a:p>
            <a:pPr lvl="0"/>
            <a:r>
              <a:rPr lang="ko-KR" altLang="en-US" dirty="0"/>
              <a:t>텍스트를 입력하세요</a:t>
            </a:r>
            <a:endParaRPr lang="en-US" altLang="ko-KR" dirty="0"/>
          </a:p>
          <a:p>
            <a:pPr lvl="0"/>
            <a:r>
              <a:rPr lang="ko-KR" altLang="en-US" dirty="0"/>
              <a:t>텍스트를 입력하세요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50" y="6596213"/>
            <a:ext cx="756663" cy="15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987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pos="535" userDrawn="1">
          <p15:clr>
            <a:srgbClr val="F26B43"/>
          </p15:clr>
        </p15:guide>
        <p15:guide id="4" pos="6068">
          <p15:clr>
            <a:srgbClr val="FBAE40"/>
          </p15:clr>
        </p15:guide>
        <p15:guide id="5" orient="horz" pos="4065" userDrawn="1">
          <p15:clr>
            <a:srgbClr val="F26B43"/>
          </p15:clr>
        </p15:guide>
        <p15:guide id="8" orient="horz" pos="4269" userDrawn="1">
          <p15:clr>
            <a:srgbClr val="F26B43"/>
          </p15:clr>
        </p15:guide>
        <p15:guide id="10" pos="172">
          <p15:clr>
            <a:srgbClr val="FBAE40"/>
          </p15:clr>
        </p15:guide>
        <p15:guide id="11" orient="horz" pos="1434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/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09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308" y="2454795"/>
            <a:ext cx="2361692" cy="3264383"/>
          </a:xfrm>
          <a:prstGeom prst="rect">
            <a:avLst/>
          </a:prstGeom>
        </p:spPr>
      </p:pic>
      <p:sp>
        <p:nvSpPr>
          <p:cNvPr id="31" name="제목 1"/>
          <p:cNvSpPr txBox="1">
            <a:spLocks/>
          </p:cNvSpPr>
          <p:nvPr userDrawn="1"/>
        </p:nvSpPr>
        <p:spPr>
          <a:xfrm>
            <a:off x="892948" y="1683187"/>
            <a:ext cx="3341001" cy="329059"/>
          </a:xfrm>
          <a:prstGeom prst="rect">
            <a:avLst/>
          </a:prstGeom>
        </p:spPr>
        <p:txBody>
          <a:bodyPr vert="horz" lIns="91440" tIns="45720" rIns="91440" bIns="0" rtlCol="0" anchor="b" anchorCtr="0">
            <a:noAutofit/>
          </a:bodyPr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kern="1200" spc="-50" baseline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  <a:cs typeface="+mj-cs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srgbClr val="002452"/>
                </a:solidFill>
              </a:rPr>
              <a:t>Contents</a:t>
            </a:r>
            <a:endParaRPr lang="ko-KR" altLang="en-US" dirty="0">
              <a:solidFill>
                <a:srgbClr val="002452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50" y="6596213"/>
            <a:ext cx="756663" cy="15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2261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pos="580" userDrawn="1">
          <p15:clr>
            <a:srgbClr val="F26B43"/>
          </p15:clr>
        </p15:guide>
        <p15:guide id="4" pos="6068">
          <p15:clr>
            <a:srgbClr val="FBAE40"/>
          </p15:clr>
        </p15:guide>
        <p15:guide id="5" orient="horz" pos="4065" userDrawn="1">
          <p15:clr>
            <a:srgbClr val="F26B43"/>
          </p15:clr>
        </p15:guide>
        <p15:guide id="6" orient="horz" pos="1434" userDrawn="1">
          <p15:clr>
            <a:srgbClr val="F26B43"/>
          </p15:clr>
        </p15:guide>
        <p15:guide id="8" orient="horz" pos="4269" userDrawn="1">
          <p15:clr>
            <a:srgbClr val="F26B43"/>
          </p15:clr>
        </p15:guide>
        <p15:guide id="10" pos="17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(Action title 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개체 1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878259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434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직사각형 10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2000" b="0" i="0" baseline="0" dirty="0">
              <a:latin typeface="본고딕 Medium" panose="020B0600000000000000" pitchFamily="34" charset="-127"/>
              <a:ea typeface="본고딕 Medium" panose="020B0600000000000000" pitchFamily="34" charset="-127"/>
              <a:cs typeface="+mj-cs"/>
              <a:sym typeface="본고딕 Medium" panose="020B0600000000000000" pitchFamily="34" charset="-127"/>
            </a:endParaRPr>
          </a:p>
        </p:txBody>
      </p:sp>
      <p:sp>
        <p:nvSpPr>
          <p:cNvPr id="15" name="텍스트 개체 틀 3"/>
          <p:cNvSpPr>
            <a:spLocks noGrp="1"/>
          </p:cNvSpPr>
          <p:nvPr>
            <p:ph type="body" sz="quarter" idx="18"/>
          </p:nvPr>
        </p:nvSpPr>
        <p:spPr>
          <a:xfrm>
            <a:off x="270064" y="1431130"/>
            <a:ext cx="9360550" cy="877888"/>
          </a:xfrm>
        </p:spPr>
        <p:txBody>
          <a:bodyPr>
            <a:noAutofit/>
          </a:bodyPr>
          <a:lstStyle>
            <a:lvl1pPr marL="266700" indent="-266700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▐"/>
              <a:tabLst/>
              <a:defRPr sz="1600" spc="-20" baseline="0">
                <a:latin typeface="본고딕 Medium" pitchFamily="34" charset="-127"/>
                <a:ea typeface="본고딕 Medium" pitchFamily="34" charset="-127"/>
              </a:defRPr>
            </a:lvl1pPr>
            <a:lvl2pPr marL="449263" indent="-18256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tabLst>
                <a:tab pos="182563" algn="l"/>
              </a:tabLst>
              <a:defRPr sz="1400" spc="-20" baseline="0"/>
            </a:lvl2pPr>
            <a:lvl3pPr marL="625475" indent="-17621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‒"/>
              <a:tabLst>
                <a:tab pos="541338" algn="l"/>
              </a:tabLst>
              <a:defRPr sz="1200" spc="-20" baseline="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16" name="제목 1"/>
          <p:cNvSpPr>
            <a:spLocks noGrp="1"/>
          </p:cNvSpPr>
          <p:nvPr>
            <p:ph type="title" hasCustomPrompt="1"/>
          </p:nvPr>
        </p:nvSpPr>
        <p:spPr>
          <a:xfrm>
            <a:off x="272724" y="576000"/>
            <a:ext cx="9355229" cy="708943"/>
          </a:xfrm>
        </p:spPr>
        <p:txBody>
          <a:bodyPr vert="horz" bIns="0" anchor="t" anchorCtr="0">
            <a:noAutofit/>
          </a:bodyPr>
          <a:lstStyle>
            <a:lvl1pPr>
              <a:lnSpc>
                <a:spcPct val="120000"/>
              </a:lnSpc>
              <a:defRPr sz="1700" spc="-50" baseline="0">
                <a:solidFill>
                  <a:schemeClr val="tx1"/>
                </a:solidFill>
              </a:defRPr>
            </a:lvl1pPr>
          </a:lstStyle>
          <a:p>
            <a:r>
              <a:rPr lang="en-US" altLang="ko-KR" dirty="0"/>
              <a:t>Action title</a:t>
            </a:r>
            <a:r>
              <a:rPr lang="ko-KR" altLang="en-US" dirty="0"/>
              <a:t>은 </a:t>
            </a:r>
            <a:r>
              <a:rPr lang="ko-KR" altLang="en-US" dirty="0" err="1"/>
              <a:t>본고딕</a:t>
            </a:r>
            <a:r>
              <a:rPr lang="ko-KR" altLang="en-US" dirty="0"/>
              <a:t> </a:t>
            </a:r>
            <a:r>
              <a:rPr lang="en-US" altLang="ko-KR" dirty="0"/>
              <a:t>Medium 17pt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최대 </a:t>
            </a:r>
            <a:r>
              <a:rPr lang="ko-KR" altLang="en-US" dirty="0" err="1"/>
              <a:t>두줄까지</a:t>
            </a:r>
            <a:r>
              <a:rPr lang="ko-KR" altLang="en-US" dirty="0"/>
              <a:t> 사용 가능하며</a:t>
            </a:r>
            <a:r>
              <a:rPr lang="en-US" altLang="ko-KR" dirty="0"/>
              <a:t> </a:t>
            </a:r>
            <a:r>
              <a:rPr lang="ko-KR" altLang="en-US" dirty="0"/>
              <a:t>본문 요약 및 주요 메시지를 </a:t>
            </a:r>
            <a:r>
              <a:rPr lang="ko-KR" altLang="en-US" dirty="0" err="1"/>
              <a:t>기재해주십시요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7" name="텍스트 개체 틀 12"/>
          <p:cNvSpPr>
            <a:spLocks noGrp="1"/>
          </p:cNvSpPr>
          <p:nvPr>
            <p:ph type="body" sz="quarter" idx="19" hasCustomPrompt="1"/>
          </p:nvPr>
        </p:nvSpPr>
        <p:spPr>
          <a:xfrm>
            <a:off x="272833" y="171278"/>
            <a:ext cx="6172693" cy="369332"/>
          </a:xfrm>
          <a:noFill/>
        </p:spPr>
        <p:txBody>
          <a:bodyPr wrap="square" anchor="ctr" anchorCtr="0">
            <a:spAutoFit/>
          </a:bodyPr>
          <a:lstStyle>
            <a:lvl1pPr marL="0" indent="0">
              <a:buNone/>
              <a:defRPr sz="1900" spc="-20" baseline="0">
                <a:solidFill>
                  <a:schemeClr val="tx2"/>
                </a:solidFill>
                <a:latin typeface="+mj-ea"/>
                <a:ea typeface="+mj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 dirty="0"/>
              <a:t>Main Title</a:t>
            </a:r>
            <a:r>
              <a:rPr lang="ko-KR" altLang="en-US" dirty="0"/>
              <a:t>은 </a:t>
            </a:r>
            <a:r>
              <a:rPr lang="ko-KR" altLang="en-US" dirty="0" err="1"/>
              <a:t>본고딕</a:t>
            </a:r>
            <a:r>
              <a:rPr lang="ko-KR" altLang="en-US" dirty="0"/>
              <a:t> </a:t>
            </a:r>
            <a:r>
              <a:rPr lang="en-US" altLang="ko-KR" dirty="0"/>
              <a:t>Medium 19pt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/>
                </a:solidFill>
              </a:defRPr>
            </a:lvl1pPr>
          </a:lstStyle>
          <a:p>
            <a:r>
              <a:rPr lang="ko-KR" altLang="en-US" dirty="0"/>
              <a:t>작성자</a:t>
            </a:r>
            <a:r>
              <a:rPr lang="en-US" altLang="ko-KR" dirty="0"/>
              <a:t>_00000</a:t>
            </a:r>
            <a:r>
              <a:rPr lang="ko-KR" altLang="en-US" dirty="0"/>
              <a:t>팀</a:t>
            </a: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270064" y="540000"/>
            <a:ext cx="9362886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50" y="6596213"/>
            <a:ext cx="756663" cy="15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2974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68">
          <p15:clr>
            <a:srgbClr val="FBAE40"/>
          </p15:clr>
        </p15:guide>
        <p15:guide id="2" pos="172" userDrawn="1">
          <p15:clr>
            <a:srgbClr val="FBAE40"/>
          </p15:clr>
        </p15:guide>
        <p15:guide id="3" orient="horz" pos="4065" userDrawn="1">
          <p15:clr>
            <a:srgbClr val="F26B43"/>
          </p15:clr>
        </p15:guide>
        <p15:guide id="4" orient="horz" pos="822" userDrawn="1">
          <p15:clr>
            <a:srgbClr val="F26B43"/>
          </p15:clr>
        </p15:guide>
        <p15:guide id="5" orient="horz" pos="346" userDrawn="1">
          <p15:clr>
            <a:srgbClr val="F26B43"/>
          </p15:clr>
        </p15:guide>
        <p15:guide id="6" orient="horz" pos="4269" userDrawn="1">
          <p15:clr>
            <a:srgbClr val="FBAE40"/>
          </p15:clr>
        </p15:guide>
        <p15:guide id="7" orient="horz" pos="890" userDrawn="1">
          <p15:clr>
            <a:srgbClr val="F26B43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 (Action Title 미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개체 1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/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871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12" name="개체 1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직사각형 10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2000" b="0" i="0" baseline="0" dirty="0">
              <a:latin typeface="본고딕 Medium" panose="020B0600000000000000" pitchFamily="34" charset="-127"/>
              <a:ea typeface="본고딕 Medium" panose="020B0600000000000000" pitchFamily="34" charset="-127"/>
              <a:cs typeface="+mj-cs"/>
              <a:sym typeface="본고딕 Medium" panose="020B0600000000000000" pitchFamily="34" charset="-127"/>
            </a:endParaRPr>
          </a:p>
        </p:txBody>
      </p:sp>
      <p:sp>
        <p:nvSpPr>
          <p:cNvPr id="17" name="텍스트 개체 틀 12"/>
          <p:cNvSpPr>
            <a:spLocks noGrp="1"/>
          </p:cNvSpPr>
          <p:nvPr>
            <p:ph type="body" sz="quarter" idx="19" hasCustomPrompt="1"/>
          </p:nvPr>
        </p:nvSpPr>
        <p:spPr>
          <a:xfrm>
            <a:off x="272833" y="171278"/>
            <a:ext cx="6172693" cy="369332"/>
          </a:xfrm>
          <a:noFill/>
        </p:spPr>
        <p:txBody>
          <a:bodyPr wrap="square" anchor="ctr" anchorCtr="0">
            <a:spAutoFit/>
          </a:bodyPr>
          <a:lstStyle>
            <a:lvl1pPr marL="0" indent="0">
              <a:buNone/>
              <a:defRPr sz="1900" spc="-20" baseline="0">
                <a:solidFill>
                  <a:schemeClr val="tx2"/>
                </a:solidFill>
                <a:latin typeface="+mj-ea"/>
                <a:ea typeface="+mj-ea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 dirty="0"/>
              <a:t>Main Title</a:t>
            </a:r>
            <a:r>
              <a:rPr lang="ko-KR" altLang="en-US" dirty="0"/>
              <a:t>은 </a:t>
            </a:r>
            <a:r>
              <a:rPr lang="ko-KR" altLang="en-US" dirty="0" err="1"/>
              <a:t>본고딕</a:t>
            </a:r>
            <a:r>
              <a:rPr lang="ko-KR" altLang="en-US" dirty="0"/>
              <a:t> </a:t>
            </a:r>
            <a:r>
              <a:rPr lang="en-US" altLang="ko-KR" dirty="0"/>
              <a:t>Medium 19pt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bg2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2"/>
                </a:solidFill>
              </a:defRPr>
            </a:lvl1pPr>
          </a:lstStyle>
          <a:p>
            <a:r>
              <a:rPr lang="ko-KR" altLang="en-US"/>
              <a:t>작성자</a:t>
            </a:r>
            <a:r>
              <a:rPr lang="en-US" altLang="ko-KR"/>
              <a:t>_</a:t>
            </a:r>
            <a:r>
              <a:rPr lang="ko-KR" altLang="en-US"/>
              <a:t>동국씨엠</a:t>
            </a:r>
            <a:endParaRPr lang="ko-KR" altLang="en-US" dirty="0"/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50" y="6596213"/>
            <a:ext cx="756663" cy="158666"/>
          </a:xfrm>
          <a:prstGeom prst="rect">
            <a:avLst/>
          </a:prstGeom>
        </p:spPr>
      </p:pic>
      <p:sp>
        <p:nvSpPr>
          <p:cNvPr id="9" name="텍스트 개체 틀 3"/>
          <p:cNvSpPr>
            <a:spLocks noGrp="1"/>
          </p:cNvSpPr>
          <p:nvPr>
            <p:ph type="body" sz="quarter" idx="18" hasCustomPrompt="1"/>
          </p:nvPr>
        </p:nvSpPr>
        <p:spPr>
          <a:xfrm>
            <a:off x="270064" y="931201"/>
            <a:ext cx="9360550" cy="877888"/>
          </a:xfrm>
        </p:spPr>
        <p:txBody>
          <a:bodyPr>
            <a:noAutofit/>
          </a:bodyPr>
          <a:lstStyle>
            <a:lvl1pPr marL="266700" indent="-266700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▐"/>
              <a:tabLst/>
              <a:defRPr sz="1600" spc="-20" baseline="0">
                <a:latin typeface="본고딕 Medium" pitchFamily="34" charset="-127"/>
                <a:ea typeface="본고딕 Medium" pitchFamily="34" charset="-127"/>
              </a:defRPr>
            </a:lvl1pPr>
            <a:lvl2pPr marL="449263" indent="-18256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tabLst>
                <a:tab pos="182563" algn="l"/>
              </a:tabLst>
              <a:defRPr sz="1400" spc="-20" baseline="0"/>
            </a:lvl2pPr>
            <a:lvl3pPr marL="625475" indent="-176213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본고딕 Normal" panose="020B0400000000000000" pitchFamily="34" charset="-127"/>
              <a:buChar char="‒"/>
              <a:tabLst>
                <a:tab pos="541338" algn="l"/>
              </a:tabLst>
              <a:defRPr sz="1200" spc="-20" baseline="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ko-KR" dirty="0"/>
              <a:t>Action Title </a:t>
            </a:r>
            <a:r>
              <a:rPr lang="ko-KR" altLang="en-US" dirty="0"/>
              <a:t>미사용 내지양식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270064" y="540000"/>
            <a:ext cx="9362886" cy="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970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68">
          <p15:clr>
            <a:srgbClr val="FBAE40"/>
          </p15:clr>
        </p15:guide>
        <p15:guide id="2" pos="172">
          <p15:clr>
            <a:srgbClr val="FBAE40"/>
          </p15:clr>
        </p15:guide>
        <p15:guide id="3" orient="horz" pos="4065">
          <p15:clr>
            <a:srgbClr val="F26B43"/>
          </p15:clr>
        </p15:guide>
        <p15:guide id="4" orient="horz" pos="1139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orient="horz" pos="4269">
          <p15:clr>
            <a:srgbClr val="FBAE40"/>
          </p15:clr>
        </p15:guide>
        <p15:guide id="7" orient="horz" pos="1207">
          <p15:clr>
            <a:srgbClr val="F26B43"/>
          </p15:clr>
        </p15:guide>
        <p15:guide id="8" pos="3347">
          <p15:clr>
            <a:srgbClr val="FBAE40"/>
          </p15:clr>
        </p15:guide>
        <p15:guide id="9" pos="64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② 70주년 표지(보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/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895" name="think-cell 슬라이드" r:id="rId5" imgW="395" imgH="394" progId="TCLayout.ActiveDocument.1">
                  <p:embed/>
                </p:oleObj>
              </mc:Choice>
              <mc:Fallback>
                <p:oleObj name="think-cell 슬라이드" r:id="rId5" imgW="395" imgH="394" progId="TCLayout.ActiveDocument.1">
                  <p:embed/>
                  <p:pic>
                    <p:nvPicPr>
                      <p:cNvPr id="9" name="개체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직사각형 7" hidden="1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ko-KR" altLang="en-US" sz="3200" b="0" i="0" baseline="0" dirty="0">
              <a:latin typeface="본고딕 Bold" panose="020B0800000000000000" pitchFamily="34" charset="-127"/>
              <a:ea typeface="본고딕 Bold" panose="020B0800000000000000" pitchFamily="34" charset="-127"/>
              <a:cs typeface="+mj-cs"/>
              <a:sym typeface="본고딕 Bold" panose="020B0800000000000000" pitchFamily="34" charset="-127"/>
            </a:endParaRPr>
          </a:p>
        </p:txBody>
      </p:sp>
      <p:sp>
        <p:nvSpPr>
          <p:cNvPr id="22" name="제목 1"/>
          <p:cNvSpPr>
            <a:spLocks noGrp="1"/>
          </p:cNvSpPr>
          <p:nvPr>
            <p:ph type="title" hasCustomPrompt="1"/>
          </p:nvPr>
        </p:nvSpPr>
        <p:spPr>
          <a:xfrm>
            <a:off x="442133" y="2276475"/>
            <a:ext cx="5398943" cy="956669"/>
          </a:xfrm>
        </p:spPr>
        <p:txBody>
          <a:bodyPr vert="horz" lIns="91440" tIns="45720" rIns="91440" bIns="0" rtlCol="0" anchor="b" anchorCtr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defRPr lang="en-US" altLang="ko-KR" sz="3200" kern="1200" spc="-50" baseline="0" dirty="0" smtClean="0">
                <a:solidFill>
                  <a:schemeClr val="tx2"/>
                </a:solidFill>
                <a:latin typeface="본고딕 Bold" panose="020B0800000000000000" pitchFamily="34" charset="-127"/>
                <a:ea typeface="본고딕 Bold" panose="020B0800000000000000" pitchFamily="34" charset="-127"/>
                <a:cs typeface="+mj-cs"/>
              </a:defRPr>
            </a:lvl1pPr>
          </a:lstStyle>
          <a:p>
            <a:pPr marL="0" marR="0" lvl="0" indent="0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tabLst/>
            </a:pPr>
            <a:r>
              <a:rPr lang="en-US" altLang="ko-KR" dirty="0"/>
              <a:t>DONGKUK CM</a:t>
            </a:r>
            <a:br>
              <a:rPr lang="en-US" altLang="ko-KR" dirty="0"/>
            </a:br>
            <a:r>
              <a:rPr lang="en-US" altLang="ko-KR" dirty="0"/>
              <a:t>Basic template</a:t>
            </a:r>
            <a:endParaRPr lang="ko-KR" altLang="en-US" dirty="0"/>
          </a:p>
        </p:txBody>
      </p:sp>
      <p:sp>
        <p:nvSpPr>
          <p:cNvPr id="27" name="텍스트 개체 틀 26"/>
          <p:cNvSpPr>
            <a:spLocks noGrp="1"/>
          </p:cNvSpPr>
          <p:nvPr>
            <p:ph type="body" sz="quarter" idx="13" hasCustomPrompt="1"/>
          </p:nvPr>
        </p:nvSpPr>
        <p:spPr>
          <a:xfrm>
            <a:off x="442831" y="3673264"/>
            <a:ext cx="5364061" cy="248727"/>
          </a:xfrm>
        </p:spPr>
        <p:txBody>
          <a:bodyPr>
            <a:noAutofit/>
          </a:bodyPr>
          <a:lstStyle>
            <a:lvl1pPr marL="0" indent="0">
              <a:buNone/>
              <a:defRPr sz="1400" spc="-20" baseline="0">
                <a:latin typeface="본고딕 Medium" panose="020B0600000000000000" pitchFamily="34" charset="-127"/>
                <a:ea typeface="본고딕 Medium" panose="020B0600000000000000" pitchFamily="34" charset="-127"/>
              </a:defRPr>
            </a:lvl1pPr>
          </a:lstStyle>
          <a:p>
            <a:pPr lvl="0"/>
            <a:r>
              <a:rPr lang="ko-KR" altLang="en-US" dirty="0"/>
              <a:t>소속을 입력하세요</a:t>
            </a:r>
            <a:r>
              <a:rPr lang="en-US" altLang="ko-KR" dirty="0"/>
              <a:t>Ⅰ2024.00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308" y="2454795"/>
            <a:ext cx="2361692" cy="3264383"/>
          </a:xfrm>
          <a:prstGeom prst="rect">
            <a:avLst/>
          </a:prstGeom>
        </p:spPr>
      </p:pic>
      <p:sp>
        <p:nvSpPr>
          <p:cNvPr id="11" name="직사각형 10"/>
          <p:cNvSpPr/>
          <p:nvPr userDrawn="1"/>
        </p:nvSpPr>
        <p:spPr>
          <a:xfrm>
            <a:off x="0" y="-2874"/>
            <a:ext cx="9906000" cy="36000"/>
          </a:xfrm>
          <a:prstGeom prst="rect">
            <a:avLst/>
          </a:prstGeom>
          <a:gradFill>
            <a:gsLst>
              <a:gs pos="38000">
                <a:srgbClr val="002452"/>
              </a:gs>
              <a:gs pos="0">
                <a:srgbClr val="C51F2A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86" y="6473266"/>
            <a:ext cx="952026" cy="19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411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96">
          <p15:clr>
            <a:srgbClr val="FBAE40"/>
          </p15:clr>
        </p15:guide>
        <p15:guide id="2" pos="3120">
          <p15:clr>
            <a:srgbClr val="FBAE40"/>
          </p15:clr>
        </p15:guide>
        <p15:guide id="3" pos="262">
          <p15:clr>
            <a:srgbClr val="FBAE40"/>
          </p15:clr>
        </p15:guide>
        <p15:guide id="4" pos="6068">
          <p15:clr>
            <a:srgbClr val="FBAE40"/>
          </p15:clr>
        </p15:guide>
        <p15:guide id="6" orient="horz" pos="1434">
          <p15:clr>
            <a:srgbClr val="FBAE40"/>
          </p15:clr>
        </p15:guide>
        <p15:guide id="8" orient="horz" pos="4247">
          <p15:clr>
            <a:srgbClr val="FBAE40"/>
          </p15:clr>
        </p15:guide>
        <p15:guide id="9" orient="horz" pos="204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vmlDrawing" Target="../drawings/vmlDrawing1.v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16965372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6220" name="think-cell 슬라이드" r:id="rId15" imgW="381" imgH="381" progId="TCLayout.ActiveDocument.1">
                  <p:embed/>
                </p:oleObj>
              </mc:Choice>
              <mc:Fallback>
                <p:oleObj name="think-cell 슬라이드" r:id="rId15" imgW="381" imgH="38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9" name="슬라이드 번호 개체 틀 18"/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  <a:prstGeom prst="rect">
            <a:avLst/>
          </a:prstGeom>
        </p:spPr>
        <p:txBody>
          <a:bodyPr anchor="ctr"/>
          <a:lstStyle>
            <a:lvl1pPr algn="r">
              <a:defRPr sz="800">
                <a:solidFill>
                  <a:schemeClr val="bg2"/>
                </a:solidFill>
              </a:defRPr>
            </a:lvl1pPr>
          </a:lstStyle>
          <a:p>
            <a:fld id="{34650854-40C0-43E7-BFE1-FF212316D624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B6B6B6"/>
                </a:solidFill>
              </a:defRPr>
            </a:lvl1pPr>
          </a:lstStyle>
          <a:p>
            <a:r>
              <a:rPr lang="ko-KR" altLang="en-US"/>
              <a:t>작성자</a:t>
            </a:r>
            <a:r>
              <a:rPr lang="en-US" altLang="ko-KR"/>
              <a:t>_OOOO</a:t>
            </a:r>
            <a:r>
              <a:rPr lang="ko-KR" altLang="en-US"/>
              <a:t>팀 </a:t>
            </a:r>
            <a:r>
              <a:rPr lang="en-US" altLang="ko-KR"/>
              <a:t>OOO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6171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22" r:id="rId2"/>
    <p:sldLayoutId id="2147483726" r:id="rId3"/>
    <p:sldLayoutId id="2147483715" r:id="rId4"/>
    <p:sldLayoutId id="2147483727" r:id="rId5"/>
    <p:sldLayoutId id="2147483717" r:id="rId6"/>
    <p:sldLayoutId id="2147483718" r:id="rId7"/>
    <p:sldLayoutId id="2147483720" r:id="rId8"/>
    <p:sldLayoutId id="2147483719" r:id="rId9"/>
    <p:sldLayoutId id="2147483728" r:id="rId10"/>
    <p:sldLayoutId id="2147483729" r:id="rId11"/>
  </p:sldLayoutIdLst>
  <p:hf hdr="0" dt="0"/>
  <p:txStyles>
    <p:titleStyle>
      <a:lvl1pPr algn="l" defTabSz="914400" rtl="0" eaLnBrk="1" latinLnBrk="1" hangingPunct="1">
        <a:lnSpc>
          <a:spcPct val="12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0.xml"/><Relationship Id="rId1" Type="http://schemas.openxmlformats.org/officeDocument/2006/relationships/tags" Target="../tags/tag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19" name="think-cell 슬라이드" r:id="rId4" imgW="381" imgH="381" progId="TCLayout.ActiveDocument.1">
                  <p:embed/>
                </p:oleObj>
              </mc:Choice>
              <mc:Fallback>
                <p:oleObj name="think-cell 슬라이드" r:id="rId4" imgW="381" imgH="381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D-Cube </a:t>
            </a:r>
            <a:r>
              <a:rPr lang="ko-KR" altLang="en-US" dirty="0"/>
              <a:t>프로젝트 </a:t>
            </a:r>
            <a:r>
              <a:rPr lang="ko-KR" altLang="en-US" dirty="0" err="1"/>
              <a:t>주간보고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/>
              <a:t>동국씨엠 </a:t>
            </a:r>
            <a:r>
              <a:rPr lang="en-US" altLang="ko-KR"/>
              <a:t>D-Cube TF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2166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A466E-A541-806E-BCC3-063EEAB16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9478ECE-128C-2BF8-E047-1167BF569C4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2833" y="146592"/>
            <a:ext cx="6172693" cy="418704"/>
          </a:xfrm>
        </p:spPr>
        <p:txBody>
          <a:bodyPr/>
          <a:lstStyle/>
          <a:p>
            <a:r>
              <a:rPr lang="en-US" altLang="ko-KR" dirty="0"/>
              <a:t>D-CUBE </a:t>
            </a:r>
            <a:r>
              <a:rPr lang="ko-KR" altLang="en-US" dirty="0"/>
              <a:t>프로젝트 </a:t>
            </a:r>
            <a:r>
              <a:rPr lang="ko-KR" altLang="en-US" dirty="0" err="1"/>
              <a:t>주간보고</a:t>
            </a:r>
            <a:endParaRPr lang="ko-KR" altLang="en-US" dirty="0"/>
          </a:p>
        </p:txBody>
      </p:sp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9EF8087E-E6EC-514E-03EC-C8DBED9F7F00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132368"/>
              </p:ext>
            </p:extLst>
          </p:nvPr>
        </p:nvGraphicFramePr>
        <p:xfrm>
          <a:off x="272833" y="712134"/>
          <a:ext cx="9359901" cy="5768311"/>
        </p:xfrm>
        <a:graphic>
          <a:graphicData uri="http://schemas.openxmlformats.org/drawingml/2006/table">
            <a:tbl>
              <a:tblPr/>
              <a:tblGrid>
                <a:gridCol w="768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691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구분</a:t>
                      </a:r>
                      <a:endParaRPr kumimoji="0" lang="en-US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</a:txBody>
                  <a:tcPr marL="90000" marR="90000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0E8"/>
                    </a:solidFill>
                  </a:tcPr>
                </a:tc>
                <a:tc>
                  <a:txBody>
                    <a:bodyPr/>
                    <a:lstStyle/>
                    <a:p>
                      <a:pPr marL="169863" marR="0" lvl="0" indent="-169863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전주</a:t>
                      </a:r>
                      <a:r>
                        <a:rPr kumimoji="0" lang="en-US" altLang="ko-KR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 </a:t>
                      </a: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주요활동 </a:t>
                      </a:r>
                      <a:r>
                        <a:rPr kumimoji="0" lang="en-US" altLang="ko-KR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(6/29~7/3</a:t>
                      </a:r>
                      <a:r>
                        <a:rPr kumimoji="0" lang="en-US" altLang="ko-KR" sz="1400" b="0" i="0" u="none" strike="noStrike" kern="1200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)</a:t>
                      </a:r>
                      <a:endParaRPr kumimoji="0" lang="en-US" altLang="ko-KR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</a:txBody>
                  <a:tcPr marL="90000" marR="90000" marT="36000" marB="36000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0E8"/>
                    </a:solidFill>
                  </a:tcPr>
                </a:tc>
                <a:tc>
                  <a:txBody>
                    <a:bodyPr/>
                    <a:lstStyle/>
                    <a:p>
                      <a:pPr marL="169863" marR="0" lvl="0" indent="-169863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0" i="0" u="none" strike="noStrike" kern="1200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금주</a:t>
                      </a:r>
                      <a:r>
                        <a:rPr kumimoji="0" lang="en-US" altLang="ko-KR" sz="1400" b="0" i="0" u="none" strike="noStrike" kern="1200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 </a:t>
                      </a: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주요활동</a:t>
                      </a:r>
                      <a:r>
                        <a:rPr kumimoji="0" lang="ko-KR" altLang="en-US" sz="1400" b="0" i="0" u="none" strike="noStrike" kern="1200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 </a:t>
                      </a:r>
                      <a:r>
                        <a:rPr kumimoji="0" lang="en-US" altLang="ko-KR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(7/6~7/10</a:t>
                      </a:r>
                      <a:r>
                        <a:rPr kumimoji="0" lang="en-US" altLang="ko-KR" sz="1400" b="0" i="0" u="none" strike="noStrike" kern="1200" cap="none" spc="-2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)</a:t>
                      </a:r>
                      <a:endParaRPr kumimoji="0" lang="en-US" altLang="ko-KR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</a:txBody>
                  <a:tcPr marL="90000" marR="90000" marT="36000" marB="36000" anchor="ctr" horzOverflow="overflow">
                    <a:lnL w="1270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8E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03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내용</a:t>
                      </a:r>
                      <a:endParaRPr kumimoji="0" lang="en-US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</a:txBody>
                  <a:tcPr marL="36000" marR="0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en-US" altLang="ko-KR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D-Cube </a:t>
                      </a:r>
                      <a:r>
                        <a:rPr kumimoji="0" lang="ko-KR" alt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프로젝트 추진방안 확정을 위한 워크샵 실시 </a:t>
                      </a:r>
                      <a:r>
                        <a:rPr kumimoji="0" lang="en-US" altLang="ko-KR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(7/2)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참석자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: D-Cube TF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팀원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회의 내용 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    .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프로젝트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목적 및 방향성 공유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및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토의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      . WBS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및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일정계획 공유 및 확정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      .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프로젝트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및 산출물 관리방안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및 담당자 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R&amp;R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확정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      . Kick off Meeting </a:t>
                      </a:r>
                      <a:r>
                        <a:rPr kumimoji="0" lang="ko-KR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계획 협의</a:t>
                      </a: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신규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MES Architecture </a:t>
                      </a: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구성 방안 협의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(6/30)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참석자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: AWS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엔지니어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,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디지털혁신팀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, </a:t>
                      </a:r>
                      <a:r>
                        <a:rPr kumimoji="0" lang="ko-KR" altLang="en-US" sz="1200" b="0" i="0" u="none" strike="noStrike" kern="0" cap="none" spc="-60" normalizeH="0" baseline="0" noProof="0" dirty="0" err="1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동국시스템즈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담당자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협의 내용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    .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신규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MES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시스템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Cloud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전환 방향성 검토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    .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신규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MES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시스템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DB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전환 검토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(Oracle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DB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외 검토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참석자 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: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디지털혁신팀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,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동국시스템즈</a:t>
                      </a: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영업부문 이슈사항 도출을 현황 분석 및 진단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 ~7/31)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현 영업 관련</a:t>
                      </a:r>
                      <a:r>
                        <a:rPr kumimoji="0" lang="ko-KR" alt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프로세스 현황 분석 및 진단</a:t>
                      </a:r>
                      <a:endParaRPr kumimoji="0" lang="en-US" altLang="ko-KR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36000" marB="36000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데이터 표준화 및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MDM</a:t>
                      </a:r>
                      <a:r>
                        <a:rPr kumimoji="0" lang="en-US" altLang="ko-KR" sz="9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(Master</a:t>
                      </a:r>
                      <a:r>
                        <a:rPr kumimoji="0" lang="ko-KR" altLang="en-US" sz="9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 </a:t>
                      </a:r>
                      <a:r>
                        <a:rPr kumimoji="0" lang="en-US" altLang="ko-KR" sz="9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Data Management)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 </a:t>
                      </a: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사전 준비</a:t>
                      </a:r>
                      <a:endParaRPr kumimoji="0" lang="en-US" altLang="ko-KR" sz="1200" b="1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본고딕 Normal" panose="020B0400000000000000" pitchFamily="34" charset="-127"/>
                        <a:ea typeface="본고딕 Normal" panose="020B0400000000000000" pitchFamily="34" charset="-127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데이터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표준 체계 수립 및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MDM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개발 방향성 설계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현업 인터뷰 대상 선정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 </a:t>
                      </a: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및 일정 수립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 ~7/10)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영업 및 공장 부문  업무 담당자 인터뷰 일정 수립</a:t>
                      </a:r>
                      <a:b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</a:b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금속가공 부문  인터뷰 일정 수립 및 시나리오 검토</a:t>
                      </a:r>
                      <a:endParaRPr kumimoji="0" lang="en-US" altLang="ko-KR" sz="1200" b="0" i="0" u="none" strike="noStrike" kern="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ko-KR" altLang="en-US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데이터 분석 교육 커리큘럼 수립 </a:t>
                      </a:r>
                      <a:r>
                        <a:rPr kumimoji="0" lang="en-US" altLang="ko-KR" sz="1200" b="1" i="0" u="none" strike="noStrike" kern="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 ~7/10)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교육진행을 위한 세부 </a:t>
                      </a:r>
                      <a:r>
                        <a:rPr kumimoji="0" lang="ko-KR" altLang="en-US" sz="1200" b="0" i="0" u="none" strike="noStrike" kern="0" cap="none" spc="0" normalizeH="0" baseline="0" dirty="0" err="1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아젠다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수립</a:t>
                      </a: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-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데이터 분석 실습을 위한 사전 환경 준비</a:t>
                      </a: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   .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강사 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: SAP Korea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컨설턴트</a:t>
                      </a:r>
                      <a:endParaRPr kumimoji="0" lang="en-US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       . 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일정계획 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: 7/23(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목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) ~ 24(</a:t>
                      </a:r>
                      <a:r>
                        <a:rPr kumimoji="0" lang="ko-KR" altLang="en-US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금</a:t>
                      </a:r>
                      <a:r>
                        <a:rPr kumimoji="0" lang="en-US" altLang="ko-KR" sz="12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Arial" pitchFamily="34" charset="0"/>
                        </a:rPr>
                        <a:t>)</a:t>
                      </a:r>
                      <a:endParaRPr kumimoji="0" lang="ko-KR" altLang="ko-KR" sz="1200" b="0" i="0" u="none" strike="noStrike" kern="0" cap="none" spc="0" normalizeH="0" baseline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36000" marB="36000" horzOverflow="overflow">
                    <a:lnL w="31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569118"/>
                  </a:ext>
                </a:extLst>
              </a:tr>
              <a:tr h="244100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이슈사항</a:t>
                      </a:r>
                      <a:endParaRPr kumimoji="0" lang="en-US" altLang="ko-KR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 </a:t>
                      </a: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및</a:t>
                      </a:r>
                      <a:endParaRPr kumimoji="0" lang="en-US" altLang="ko-KR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주요</a:t>
                      </a:r>
                      <a:endParaRPr kumimoji="0" lang="en-US" altLang="ko-KR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0" i="0" u="none" strike="noStrike" cap="none" spc="-2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본고딕 Medium" panose="020B0600000000000000" pitchFamily="34" charset="-127"/>
                          <a:ea typeface="본고딕 Medium" panose="020B0600000000000000" pitchFamily="34" charset="-127"/>
                          <a:cs typeface="Arial" charset="0"/>
                        </a:rPr>
                        <a:t>이벤트</a:t>
                      </a:r>
                      <a:endParaRPr kumimoji="0" lang="en-US" sz="1400" b="0" i="0" u="none" strike="noStrike" cap="none" spc="-2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본고딕 Medium" panose="020B0600000000000000" pitchFamily="34" charset="-127"/>
                        <a:ea typeface="본고딕 Medium" panose="020B0600000000000000" pitchFamily="34" charset="-127"/>
                        <a:cs typeface="Arial" charset="0"/>
                      </a:endParaRPr>
                    </a:p>
                  </a:txBody>
                  <a:tcPr marL="36000" marR="0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US" altLang="ko-KR" sz="1200" b="0" i="0" u="none" strike="noStrike" kern="120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0000" marR="90000" marT="36000" marB="36000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1200" b="1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D-Cube </a:t>
                      </a:r>
                      <a:r>
                        <a:rPr kumimoji="0" lang="ko-KR" altLang="en-US" sz="1200" b="1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마스터플랜 프로젝트 </a:t>
                      </a:r>
                      <a:r>
                        <a:rPr kumimoji="0" lang="en-US" altLang="ko-KR" sz="1200" b="1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Kick-Off</a:t>
                      </a:r>
                      <a:r>
                        <a:rPr kumimoji="0" lang="ko-KR" altLang="en-US" sz="1200" b="1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 </a:t>
                      </a:r>
                      <a:r>
                        <a:rPr kumimoji="0" lang="en-US" altLang="ko-KR" sz="1200" b="1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본고딕 Normal" panose="020B0400000000000000" pitchFamily="34" charset="-127"/>
                          <a:ea typeface="본고딕 Normal" panose="020B0400000000000000" pitchFamily="34" charset="-127"/>
                          <a:cs typeface="Arial" pitchFamily="34" charset="0"/>
                        </a:rPr>
                        <a:t>(7/10)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0" lang="ko-KR" altLang="en-US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일시 </a:t>
                      </a: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 7/10</a:t>
                      </a:r>
                      <a:r>
                        <a:rPr kumimoji="0" lang="ko-KR" altLang="en-US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금</a:t>
                      </a: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 14:00 ~ 15:00</a:t>
                      </a:r>
                    </a:p>
                    <a:p>
                      <a:pPr marL="0" marR="0" lvl="1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- </a:t>
                      </a:r>
                      <a:r>
                        <a:rPr kumimoji="0" lang="ko-KR" altLang="en-US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0" lang="en-US" altLang="ko-KR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 5</a:t>
                      </a:r>
                      <a:r>
                        <a:rPr kumimoji="0" lang="ko-KR" altLang="en-US" sz="1200" b="0" i="0" u="none" strike="noStrike" kern="1200" cap="none" spc="-6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층 대회의실</a:t>
                      </a:r>
                      <a:endParaRPr kumimoji="0" lang="en-US" altLang="ko-KR" sz="1200" b="0" i="0" u="none" strike="noStrike" kern="120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5725" marR="0" lvl="1" indent="-85725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452"/>
                        </a:buClr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US" altLang="ko-KR" sz="1200" b="0" i="0" u="none" strike="noStrike" kern="1200" cap="none" spc="-6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0000" marR="90000" marT="36000" marB="36000" horzOverflow="overflow">
                    <a:lnL w="31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7AF79EFE-6364-7421-B7B5-B16E651AD6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64136" y="6601746"/>
            <a:ext cx="374513" cy="147600"/>
          </a:xfrm>
        </p:spPr>
        <p:txBody>
          <a:bodyPr/>
          <a:lstStyle/>
          <a:p>
            <a:fld id="{34650854-40C0-43E7-BFE1-FF212316D624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8" name="바닥글 개체 틀 3">
            <a:extLst>
              <a:ext uri="{FF2B5EF4-FFF2-40B4-BE49-F238E27FC236}">
                <a16:creationId xmlns:a16="http://schemas.microsoft.com/office/drawing/2014/main" id="{B8686D2B-FC48-25A4-5F7D-F38B176EDD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788317" y="6601746"/>
            <a:ext cx="1534561" cy="148648"/>
          </a:xfrm>
        </p:spPr>
        <p:txBody>
          <a:bodyPr/>
          <a:lstStyle/>
          <a:p>
            <a:r>
              <a:rPr lang="ko-KR" altLang="en-US"/>
              <a:t>작성자</a:t>
            </a:r>
            <a:r>
              <a:rPr lang="en-US" altLang="ko-KR"/>
              <a:t>_D-Cube TF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8624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IIfDxmQRFKPI4nuOO6gbw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IIfDxmQRFKPI4nuOO6gbw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dPxuVT9SgS5FEtnWf0jH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Qq0TUy7GUitMWywivnSMA"/>
</p:tagLst>
</file>

<file path=ppt/theme/theme1.xml><?xml version="1.0" encoding="utf-8"?>
<a:theme xmlns:a="http://schemas.openxmlformats.org/drawingml/2006/main" name="1_Office 테마">
  <a:themeElements>
    <a:clrScheme name="동국제강">
      <a:dk1>
        <a:srgbClr val="262626"/>
      </a:dk1>
      <a:lt1>
        <a:srgbClr val="FFFFFF"/>
      </a:lt1>
      <a:dk2>
        <a:srgbClr val="002452"/>
      </a:dk2>
      <a:lt2>
        <a:srgbClr val="B6B6B6"/>
      </a:lt2>
      <a:accent1>
        <a:srgbClr val="757575"/>
      </a:accent1>
      <a:accent2>
        <a:srgbClr val="4B6580"/>
      </a:accent2>
      <a:accent3>
        <a:srgbClr val="B7D0D4"/>
      </a:accent3>
      <a:accent4>
        <a:srgbClr val="C51F2A"/>
      </a:accent4>
      <a:accent5>
        <a:srgbClr val="D55633"/>
      </a:accent5>
      <a:accent6>
        <a:srgbClr val="E9B86E"/>
      </a:accent6>
      <a:hlink>
        <a:srgbClr val="0563C1"/>
      </a:hlink>
      <a:folHlink>
        <a:srgbClr val="954F72"/>
      </a:folHlink>
    </a:clrScheme>
    <a:fontScheme name="동국제강">
      <a:majorFont>
        <a:latin typeface="본고딕 Medium"/>
        <a:ea typeface="본고딕 Medium"/>
        <a:cs typeface=""/>
      </a:majorFont>
      <a:minorFont>
        <a:latin typeface="본고딕 Normal"/>
        <a:ea typeface="본고딕 Normal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8008</TotalTime>
  <Words>299</Words>
  <Application>Microsoft Office PowerPoint</Application>
  <PresentationFormat>A4 용지(210x297mm)</PresentationFormat>
  <Paragraphs>44</Paragraphs>
  <Slides>2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맑은 고딕</vt:lpstr>
      <vt:lpstr>본고딕 Bold</vt:lpstr>
      <vt:lpstr>본고딕 Medium</vt:lpstr>
      <vt:lpstr>본고딕 Normal</vt:lpstr>
      <vt:lpstr>Arial</vt:lpstr>
      <vt:lpstr>1_Office 테마</vt:lpstr>
      <vt:lpstr>think-cell 슬라이드</vt:lpstr>
      <vt:lpstr>D-Cube 프로젝트 주간보고 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동국제강그룹  문서 템플릿 통합 계획안</dc:title>
  <dc:creator>heeseung.jang</dc:creator>
  <cp:lastModifiedBy>USER</cp:lastModifiedBy>
  <cp:revision>336</cp:revision>
  <cp:lastPrinted>2025-07-23T03:28:55Z</cp:lastPrinted>
  <dcterms:created xsi:type="dcterms:W3CDTF">2019-03-13T02:13:57Z</dcterms:created>
  <dcterms:modified xsi:type="dcterms:W3CDTF">2026-07-03T03:57:23Z</dcterms:modified>
</cp:coreProperties>
</file>
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84" r:id="rId2"/>
    <p:sldId id="283" r:id="rId3"/>
  </p:sldIdLst>
  <p:sldSz cx="9906000" cy="6858000" type="A4"/>
  <p:notesSz cx="6735763" cy="9866313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6695" autoAdjust="0"/>
  </p:normalViewPr>
  <p:slideViewPr>
    <p:cSldViewPr snapToGrid="0">
      <p:cViewPr varScale="1">
        <p:scale>
          <a:sx n="126" d="100"/>
          <a:sy n="126" d="100"/>
        </p:scale>
        <p:origin x="882" y="12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7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NULL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083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4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ko-KR" altLang="en-US" dirty="0"/>
            </a:br>
            <a:r>
              <a:rPr lang="en-US" altLang="ko-KR" dirty="0" err="1"/>
              <a:t>White_Big</a:t>
            </a:r>
            <a:r>
              <a:rPr lang="en-US" altLang="ko-KR" dirty="0"/>
              <a:t> K </a:t>
            </a:r>
            <a:r>
              <a:rPr lang="ko-KR" altLang="en-US" dirty="0"/>
              <a:t>버전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1520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8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en-US" altLang="ko-KR" dirty="0"/>
            </a:br>
            <a:r>
              <a:rPr lang="en-US" altLang="ko-KR" dirty="0" err="1"/>
              <a:t>White_Small</a:t>
            </a:r>
            <a:r>
              <a:rPr lang="en-US" altLang="ko-KR" dirty="0"/>
              <a:t> K </a:t>
            </a:r>
            <a:r>
              <a:rPr lang="ko-KR" altLang="en-US" dirty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640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ko-KR" altLang="en-US" dirty="0"/>
            </a:br>
            <a:r>
              <a:rPr lang="en-US" altLang="ko-KR" dirty="0" err="1"/>
              <a:t>White_Clean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9504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1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ko-KR" altLang="en-US" dirty="0"/>
            </a:br>
            <a:r>
              <a:rPr lang="en-US" altLang="ko-KR" dirty="0" err="1"/>
              <a:t>Color_Small</a:t>
            </a:r>
            <a:r>
              <a:rPr lang="en-US" altLang="ko-KR" dirty="0"/>
              <a:t> K </a:t>
            </a:r>
            <a:r>
              <a:rPr lang="ko-KR" altLang="en-US" dirty="0"/>
              <a:t>버전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383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4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ko-KR" altLang="en-US" dirty="0"/>
            </a:br>
            <a:r>
              <a:rPr lang="en-US" altLang="ko-KR" dirty="0" err="1"/>
              <a:t>Color_Clean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7177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64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/>
              <a:t>동국홀딩스 전략팀 </a:t>
            </a:r>
            <a:r>
              <a:rPr lang="en-US" altLang="ko-KR" dirty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/>
              <a:t>동국씨엠 문서 표지 양식</a:t>
            </a:r>
            <a:br>
              <a:rPr lang="ko-KR" altLang="en-US" dirty="0"/>
            </a:br>
            <a:r>
              <a:rPr lang="en-US" altLang="ko-KR" dirty="0" err="1"/>
              <a:t>Color_Big</a:t>
            </a:r>
            <a:r>
              <a:rPr lang="en-US" altLang="ko-KR" dirty="0"/>
              <a:t> K </a:t>
            </a:r>
            <a:r>
              <a:rPr lang="ko-KR" altLang="en-US" dirty="0"/>
              <a:t>버전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85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  <a:p>
            <a:pPr lvl="0"/>
            <a:r>
              <a:rPr lang="en-US" altLang="ko-KR" dirty="0"/>
              <a:t>02</a:t>
            </a:r>
          </a:p>
          <a:p>
            <a:pPr lvl="0"/>
            <a:r>
              <a:rPr lang="en-US" altLang="ko-KR" dirty="0"/>
              <a:t>03</a:t>
            </a:r>
          </a:p>
          <a:p>
            <a:pPr lvl="0"/>
            <a:r>
              <a:rPr lang="en-US" altLang="ko-KR" dirty="0"/>
              <a:t>04</a:t>
            </a:r>
          </a:p>
          <a:p>
            <a:pPr lvl="0"/>
            <a:r>
              <a:rPr lang="en-US" altLang="ko-KR" dirty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002452"/>
                </a:solidFill>
              </a:rPr>
              <a:t>Contents</a:t>
            </a:r>
            <a:endParaRPr lang="ko-KR" altLang="en-US" dirty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r>
              <a:rPr lang="en-US" altLang="ko-KR" dirty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  <a:endParaRPr lang="en-US" altLang="ko-KR" dirty="0"/>
          </a:p>
          <a:p>
            <a:pPr lvl="0"/>
            <a:r>
              <a:rPr lang="ko-KR" altLang="en-US" dirty="0"/>
              <a:t>텍스트를 입력하세요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002452"/>
                </a:solidFill>
              </a:rPr>
              <a:t>Contents</a:t>
            </a:r>
            <a:endParaRPr lang="ko-KR" altLang="en-US" dirty="0">
              <a:solidFill>
                <a:srgbClr val="002452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Action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17pt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두줄까지</a:t>
            </a:r>
            <a:r>
              <a:rPr lang="ko-KR" altLang="en-US" dirty="0"/>
              <a:t> 사용 가능하며</a:t>
            </a:r>
            <a:r>
              <a:rPr lang="en-US" altLang="ko-KR" dirty="0"/>
              <a:t> </a:t>
            </a:r>
            <a:r>
              <a:rPr lang="ko-KR" altLang="en-US" dirty="0"/>
              <a:t>본문 요약 및 주요 메시지를 </a:t>
            </a:r>
            <a:r>
              <a:rPr lang="ko-KR" altLang="en-US" dirty="0" err="1"/>
              <a:t>기재해주십시요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/>
              <a:t>작성자</a:t>
            </a:r>
            <a:r>
              <a:rPr lang="en-US" altLang="ko-KR" dirty="0"/>
              <a:t>_00000</a:t>
            </a:r>
            <a:r>
              <a:rPr lang="ko-KR" altLang="en-US" dirty="0"/>
              <a:t>팀</a:t>
            </a: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작성자</a:t>
            </a:r>
            <a:r>
              <a:rPr lang="en-US" altLang="ko-KR"/>
              <a:t>_</a:t>
            </a:r>
            <a:r>
              <a:rPr lang="ko-KR" altLang="en-US"/>
              <a:t>동국씨엠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/>
              <a:t>Action Title </a:t>
            </a:r>
            <a:r>
              <a:rPr lang="ko-KR" altLang="en-US" dirty="0"/>
              <a:t>미사용 내지양식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7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  <p15:guide id="8" pos="3347">
          <p15:clr>
            <a:srgbClr val="FBAE40"/>
          </p15:clr>
        </p15:guide>
        <p15:guide id="9" pos="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② 70주년 표지(보고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5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b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en-US" altLang="ko-KR" sz="3200" kern="1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en-US" altLang="ko-KR" dirty="0"/>
              <a:t>DONGKUK CM</a:t>
            </a:r>
            <a:br>
              <a:rPr lang="en-US" altLang="ko-KR" dirty="0"/>
            </a:br>
            <a:r>
              <a:rPr lang="en-US" altLang="ko-KR" dirty="0"/>
              <a:t>Basic template</a:t>
            </a:r>
            <a:endParaRPr lang="ko-KR" altLang="en-US" dirty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/>
              <a:t>소속을 입력하세요</a:t>
            </a:r>
            <a:r>
              <a:rPr lang="en-US" altLang="ko-KR" dirty="0"/>
              <a:t>Ⅰ2024.00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86" y="6473266"/>
            <a:ext cx="952026" cy="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4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20" name="think-cell 슬라이드" r:id="rId15" imgW="381" imgH="381" progId="TCLayout.ActiveDocument.1">
                  <p:embed/>
                </p:oleObj>
              </mc:Choice>
              <mc:Fallback>
                <p:oleObj name="think-cell 슬라이드" r:id="rId1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/>
              <a:t>작성자</a:t>
            </a:r>
            <a:r>
              <a:rPr lang="en-US" altLang="ko-KR"/>
              <a:t>_OOOO</a:t>
            </a:r>
            <a:r>
              <a:rPr lang="ko-KR" altLang="en-US"/>
              <a:t>팀 </a:t>
            </a:r>
            <a:r>
              <a:rPr lang="en-US" altLang="ko-KR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8" r:id="rId10"/>
    <p:sldLayoutId id="2147483729" r:id="rId11"/>
  </p:sldLayoutIdLst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9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D-Cube </a:t>
            </a:r>
            <a:r>
              <a:rPr lang="ko-KR" altLang="en-US" dirty="0"/>
              <a:t>프로젝트 </a:t>
            </a:r>
            <a:r>
              <a:rPr lang="ko-KR" altLang="en-US" dirty="0" err="1"/>
              <a:t>주간보고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동국씨엠 </a:t>
            </a:r>
            <a:r>
              <a:rPr lang="en-US" altLang="ko-KR"/>
              <a:t>D-Cube TF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216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466E-A541-806E-BCC3-063EEAB1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9478ECE-128C-2BF8-E047-1167BF569C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r>
              <a:rPr lang="en-US" altLang="ko-KR" dirty="0"/>
              <a:t>D-CUBE </a:t>
            </a:r>
            <a:r>
              <a:rPr lang="ko-KR" altLang="en-US" dirty="0"/>
              <a:t>프로젝트 </a:t>
            </a:r>
            <a:r>
              <a:rPr lang="ko-KR" altLang="en-US" dirty="0" err="1"/>
              <a:t>주간보고</a:t>
            </a:r>
            <a:endParaRPr lang="ko-KR" altLang="en-US" dirty="0"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9EF8087E-E6EC-514E-03EC-C8DBED9F7F00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32368"/>
              </p:ext>
            </p:extLst>
          </p:nvPr>
        </p:nvGraphicFramePr>
        <p:xfrm>
          <a:off x="272833" y="712134"/>
          <a:ext cx="9359901" cy="5768311"/>
        </p:xfrm>
        <a:graphic>
          <a:graphicData uri="http://schemas.openxmlformats.org/drawingml/2006/table">
            <a:tbl>
              <a:tblPr/>
              <a:tblGrid>
                <a:gridCol w="768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9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구분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 marL="169863" marR="0" lvl="0" indent="-169863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전주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주요활동 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(6/29~7/3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)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 marL="169863" marR="0" lvl="0" indent="-169863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금주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주요활동</a:t>
                      </a:r>
                      <a:r>
                        <a:rPr kumimoji="0" lang="ko-KR" altLang="en-US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(7/6~7/10</a:t>
                      </a:r>
                      <a:r>
                        <a:rPr kumimoji="0" lang="en-US" altLang="ko-KR" sz="14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)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90000" marR="90000" marT="36000" marB="36000" anchor="ctr" horzOverflow="overflow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내용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3600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D-Cube </a:t>
                      </a:r>
                      <a:r>
                        <a:rPr kumimoji="0" lang="ko-KR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프로젝트 추진방안 확정을 위한 워크샵 실시 </a:t>
                      </a:r>
                      <a:r>
                        <a:rPr kumimoji="0" lang="en-US" altLang="ko-KR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(7/2)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참석자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D-Cube TF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팀원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회의 내용 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프로젝트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목적 및 방향성 공유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및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토의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      . WBS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및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일정계획 공유 및 확정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      .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프로젝트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및 산출물 관리방안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및 담당자 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R&amp;R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확정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      . Kick off Meeting </a:t>
                      </a:r>
                      <a:r>
                        <a:rPr kumimoji="0" lang="ko-KR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계획 협의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신규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MES Architecture </a:t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구성 방안 협의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(6/30)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참석자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AWS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엔지니어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디지털혁신팀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200" b="0" i="0" u="none" strike="noStrike" kern="0" cap="none" spc="-60" normalizeH="0" baseline="0" noProof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동국시스템즈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담당자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협의 내용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신규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MES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시스템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Cloud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전환 방향성 검토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 .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신규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MES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시스템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DB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전환 검토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(Oracle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DB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외 검토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참석자 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디지털혁신팀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동국시스템즈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영업부문 이슈사항 도출을 현황 분석 및 진단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~7/31)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현 영업 관련</a:t>
                      </a:r>
                      <a:r>
                        <a:rPr kumimoji="0" lang="ko-KR" alt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프로세스 현황 분석 및 진단</a:t>
                      </a: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데이터 표준화 및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MDM</a:t>
                      </a:r>
                      <a:r>
                        <a:rPr kumimoji="0" lang="en-US" altLang="ko-KR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(Master</a:t>
                      </a:r>
                      <a:r>
                        <a:rPr kumimoji="0" lang="ko-KR" altLang="en-US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9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Data Management)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사전 준비</a:t>
                      </a:r>
                      <a:endParaRPr kumimoji="0" lang="en-US" altLang="ko-KR" sz="1200" b="1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데이터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표준 체계 수립 및 </a:t>
                      </a: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MDM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개발 방향성 설계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현업 인터뷰 대상 선정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및 일정 수립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영업 및 공장 부문  업무 담당자 인터뷰 일정 수립</a:t>
                      </a:r>
                      <a:b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</a:br>
                      <a:r>
                        <a:rPr kumimoji="0" lang="en-US" altLang="ko-KR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금속가공 부문  인터뷰 일정 수립 및 시나리오 검토</a:t>
                      </a:r>
                      <a:endParaRPr kumimoji="0" lang="en-US" altLang="ko-KR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데이터 분석 교육 커리큘럼 수립 </a:t>
                      </a:r>
                      <a:r>
                        <a:rPr kumimoji="0" lang="en-US" altLang="ko-KR" sz="1200" b="1" i="0" u="none" strike="noStrike" kern="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 ~7/10)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교육진행을 위한 세부 </a:t>
                      </a:r>
                      <a:r>
                        <a:rPr kumimoji="0" lang="ko-KR" altLang="en-US" sz="12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아젠다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수립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-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데이터 분석 실습을 위한 사전 환경 준비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.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강사 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SAP Korea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컨설턴트</a:t>
                      </a:r>
                      <a:endParaRPr kumimoji="0" lang="en-US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       . 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일정계획 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: 7/23(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목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) ~ 24(</a:t>
                      </a:r>
                      <a:r>
                        <a:rPr kumimoji="0" lang="ko-KR" alt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금</a:t>
                      </a:r>
                      <a:r>
                        <a:rPr kumimoji="0" lang="en-US" altLang="ko-KR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 pitchFamily="34" charset="0"/>
                        </a:rPr>
                        <a:t>)</a:t>
                      </a:r>
                      <a:endParaRPr kumimoji="0" lang="ko-KR" altLang="ko-KR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36000" marB="36000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569118"/>
                  </a:ext>
                </a:extLst>
              </a:tr>
              <a:tr h="119503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이슈사항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 </a:t>
                      </a: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및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주요</a:t>
                      </a:r>
                      <a:endParaRPr kumimoji="0" lang="en-US" altLang="ko-KR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이벤트</a:t>
                      </a:r>
                      <a:endParaRPr kumimoji="0" lang="en-US" sz="14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marL="3600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D-Cube </a:t>
                      </a:r>
                      <a:r>
                        <a:rPr kumimoji="0" lang="ko-KR" altLang="en-US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마스터플랜 프로젝트 </a:t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Kick-Off</a:t>
                      </a:r>
                      <a:r>
                        <a:rPr kumimoji="0" lang="ko-KR" altLang="en-US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1200" b="1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(7/10)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일시 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7/10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14:00 ~ 15:00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0" lang="en-US" altLang="ko-KR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5</a:t>
                      </a:r>
                      <a:r>
                        <a:rPr kumimoji="0" lang="ko-KR" altLang="en-US" sz="1200" b="0" i="0" u="none" strike="noStrike" kern="1200" cap="none" spc="-6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층 대회의실</a:t>
                      </a: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45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altLang="ko-KR" sz="1200" b="0" i="0" u="none" strike="noStrike" kern="1200" cap="none" spc="-6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7AF79EFE-6364-7421-B7B5-B16E651AD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</p:spPr>
        <p:txBody>
          <a:bodyPr/>
          <a:lstStyle/>
          <a:p>
            <a:fld id="{34650854-40C0-43E7-BFE1-FF212316D62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8" name="바닥글 개체 틀 3">
            <a:extLst>
              <a:ext uri="{FF2B5EF4-FFF2-40B4-BE49-F238E27FC236}">
                <a16:creationId xmlns:a16="http://schemas.microsoft.com/office/drawing/2014/main" id="{B8686D2B-FC48-25A4-5F7D-F38B176E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</p:spPr>
        <p:txBody>
          <a:bodyPr/>
          <a:lstStyle/>
          <a:p>
            <a:r>
              <a:rPr lang="ko-KR" altLang="en-US"/>
              <a:t>작성자</a:t>
            </a:r>
            <a:r>
              <a:rPr lang="en-US" altLang="ko-KR"/>
              <a:t>_D-Cube TF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862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q0TUy7GUitMWywivnSMA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8008</TotalTime>
  <Words>299</Words>
  <Application>Microsoft Office PowerPoint</Application>
  <PresentationFormat>A4 용지(210x297mm)</PresentationFormat>
  <Paragraphs>44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D-Cube 프로젝트 주간보고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USER</cp:lastModifiedBy>
  <cp:revision>336</cp:revision>
  <cp:lastPrinted>2025-07-23T03:28:55Z</cp:lastPrinted>
  <dcterms:created xsi:type="dcterms:W3CDTF">2019-03-13T02:13:57Z</dcterms:created>
  <dcterms:modified xsi:type="dcterms:W3CDTF">2026-07-03T03:57:23Z</dcterms:modified>
</cp:coreProperties>
</file>